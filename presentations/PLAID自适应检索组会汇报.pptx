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10b92e630f49df" /><Relationship Type="http://schemas.openxmlformats.org/officeDocument/2006/relationships/extended-properties" Target="/docProps/app.xml" Id="R6ad05ca641dc4d3a" /><Relationship Type="http://schemas.openxmlformats.org/officeDocument/2006/relationships/officeDocument" Target="/ppt/presentation.xml" Id="Rdd4f7ea6f6a0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af19a6afc4fc3"/>
  </p:sldMasterIdLst>
  <p:notesMasterIdLst>
    <p:notesMasterId xmlns:r="http://schemas.openxmlformats.org/officeDocument/2006/relationships" r:id="R1e494090b3c74611"/>
  </p:notesMasterIdLst>
  <p:sldIdLst>
    <p:sldId xmlns:r="http://schemas.openxmlformats.org/officeDocument/2006/relationships" id="256" r:id="Re937458795be498b"/>
    <p:sldId xmlns:r="http://schemas.openxmlformats.org/officeDocument/2006/relationships" id="257" r:id="R12a4e49023104a6d"/>
    <p:sldId xmlns:r="http://schemas.openxmlformats.org/officeDocument/2006/relationships" id="258" r:id="R51dfd56278274140"/>
    <p:sldId xmlns:r="http://schemas.openxmlformats.org/officeDocument/2006/relationships" id="259" r:id="Rd0087c30fc3645bd"/>
    <p:sldId xmlns:r="http://schemas.openxmlformats.org/officeDocument/2006/relationships" id="260" r:id="R826cb31290214463"/>
    <p:sldId xmlns:r="http://schemas.openxmlformats.org/officeDocument/2006/relationships" id="261" r:id="R40cad26cb35843a6"/>
    <p:sldId xmlns:r="http://schemas.openxmlformats.org/officeDocument/2006/relationships" id="262" r:id="R861321c5c85344bd"/>
    <p:sldId xmlns:r="http://schemas.openxmlformats.org/officeDocument/2006/relationships" id="263" r:id="R150efcc85495418d"/>
    <p:sldId xmlns:r="http://schemas.openxmlformats.org/officeDocument/2006/relationships" id="264" r:id="R1eac22db00b94a73"/>
    <p:sldId xmlns:r="http://schemas.openxmlformats.org/officeDocument/2006/relationships" id="265" r:id="Rfa51a812d4564b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7fdc2266204e10" /><Relationship Type="http://schemas.openxmlformats.org/officeDocument/2006/relationships/slideMaster" Target="/ppt/slideMasters/slideMaster1.xml" Id="R669af19a6afc4fc3" /><Relationship Type="http://schemas.openxmlformats.org/officeDocument/2006/relationships/notesMaster" Target="/ppt/notesMasters/notesMaster1.xml" Id="R1e494090b3c74611" /><Relationship Type="http://schemas.openxmlformats.org/officeDocument/2006/relationships/presProps" Target="/ppt/presProps.xml" Id="Rb253d97ee22d4a77" /><Relationship Type="http://schemas.openxmlformats.org/officeDocument/2006/relationships/tableStyles" Target="/ppt/tableStyles.xml" Id="Ra169e6062d4648b4" /><Relationship Type="http://schemas.openxmlformats.org/officeDocument/2006/relationships/slide" Target="/ppt/slides/slide1.xml" Id="Re937458795be498b" /><Relationship Type="http://schemas.openxmlformats.org/officeDocument/2006/relationships/slide" Target="/ppt/slides/slide2.xml" Id="R12a4e49023104a6d" /><Relationship Type="http://schemas.openxmlformats.org/officeDocument/2006/relationships/slide" Target="/ppt/slides/slide3.xml" Id="R51dfd56278274140" /><Relationship Type="http://schemas.openxmlformats.org/officeDocument/2006/relationships/slide" Target="/ppt/slides/slide4.xml" Id="Rd0087c30fc3645bd" /><Relationship Type="http://schemas.openxmlformats.org/officeDocument/2006/relationships/slide" Target="/ppt/slides/slide5.xml" Id="R826cb31290214463" /><Relationship Type="http://schemas.openxmlformats.org/officeDocument/2006/relationships/slide" Target="/ppt/slides/slide6.xml" Id="R40cad26cb35843a6" /><Relationship Type="http://schemas.openxmlformats.org/officeDocument/2006/relationships/slide" Target="/ppt/slides/slide7.xml" Id="R861321c5c85344bd" /><Relationship Type="http://schemas.openxmlformats.org/officeDocument/2006/relationships/slide" Target="/ppt/slides/slide8.xml" Id="R150efcc85495418d" /><Relationship Type="http://schemas.openxmlformats.org/officeDocument/2006/relationships/slide" Target="/ppt/slides/slide9.xml" Id="R1eac22db00b94a73" /><Relationship Type="http://schemas.openxmlformats.org/officeDocument/2006/relationships/slide" Target="/ppt/slides/slide10.xml" Id="Rfa51a812d4564b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c994b6e0db48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ac4abb0b7c4cb0" /><Relationship Type="http://schemas.openxmlformats.org/officeDocument/2006/relationships/notesMaster" Target="/ppt/notesMasters/notesMaster1.xml" Id="R1d1ef43def694b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11a1805c9442b" /><Relationship Type="http://schemas.openxmlformats.org/officeDocument/2006/relationships/notesMaster" Target="/ppt/notesMasters/notesMaster1.xml" Id="Rfa80fd3179ba42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d9f01c926b4874" /><Relationship Type="http://schemas.openxmlformats.org/officeDocument/2006/relationships/notesMaster" Target="/ppt/notesMasters/notesMaster1.xml" Id="Rfed9bac85b21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02ffb789c24963" /><Relationship Type="http://schemas.openxmlformats.org/officeDocument/2006/relationships/notesMaster" Target="/ppt/notesMasters/notesMaster1.xml" Id="R7955ac7c21fa43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f7502897e1477c" /><Relationship Type="http://schemas.openxmlformats.org/officeDocument/2006/relationships/notesMaster" Target="/ppt/notesMasters/notesMaster1.xml" Id="Rf638e9ca1a25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3d380623ce4d39" /><Relationship Type="http://schemas.openxmlformats.org/officeDocument/2006/relationships/notesMaster" Target="/ppt/notesMasters/notesMaster1.xml" Id="R5b0080b1660349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93b103589c471c" /><Relationship Type="http://schemas.openxmlformats.org/officeDocument/2006/relationships/notesMaster" Target="/ppt/notesMasters/notesMaster1.xml" Id="Re54bf21033c241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f7547113644f4c" /><Relationship Type="http://schemas.openxmlformats.org/officeDocument/2006/relationships/notesMaster" Target="/ppt/notesMasters/notesMaster1.xml" Id="Rbe20260be29948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9724a681db46d3" /><Relationship Type="http://schemas.openxmlformats.org/officeDocument/2006/relationships/notesMaster" Target="/ppt/notesMasters/notesMaster1.xml" Id="R9918d186ace145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86feabb66f4f03" /><Relationship Type="http://schemas.openxmlformats.org/officeDocument/2006/relationships/notesMaster" Target="/ppt/notesMasters/notesMaster1.xml" Id="Rdf961c81a37e43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开场：这次汇报不是展示一个已经成功的 adaptive 系统，而是汇报我们如何确认 query 间预算敏感性不同、定位失败机制，并评估了几种 adaptive 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今天的主线是：现象存在，机制已经拆开，但控制器还没有解决。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本页对应研究总结和所有实验报告。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先解释检索流程。PLAID 先生成候选，再对候选做预算截断，最后才进行精确 MaxSim。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ndocs 不是控制所有搜索过程的参数，它主要控制候选进入精确阶段的数量。这个区分决定了后面为什么要把 candidate-generation failure 和 truncation failure 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ncells 类似先去多少个书架找书，threshold 是门槛，ndocs 是最后拿多少本书精读。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这张图是最重要的现象证据。横轴是 ndocs，纵轴是在这个预算下已经达到自己 1024 结果的 hard query 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预算越高，能恢复到高预算质量的 hard query 越多，但并不是所有 query 都需要 1024。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这证明的是 query-dependent budget sensitivity，不是已经证明 adaptive controller 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这张图可以用来直观解释 query-level 现象。不要逐条念每个点，只强调两类曲线：平的代表降预算后质量相近，上升的代表需要更大预算。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 query ID 来自最初 48-query feasibility 实验。后面的 independent 验证使用了新的 query 集，因此不能把两个 cohort 的 ID 和比例直接混在一起。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这是整个研究最重要的机制拆分。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类是 ndocs 可以解决的问题，B 类不是 ndocs 可以解决的问题，C 类说明很多 query 不需要高预算。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这里的数量来自直接机制追踪 cohort。query 106 是 mixed case：提高预算能恢复一部分质量，但仍然有 candidate generation 的残余错误。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要强调：看到一个 relevant PID 被截断，不一定意味着 Recall@100 一定下降，因为其他相关文档可能仍然足够。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这一页解释静态 predictor。我们没有一开始就训练复杂模型，而是先检查少量机制相关 feature。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结果是 gap_p10 比 gap_mean 更符合 lower-tail ambiguity 的机制假设，但它的 AUC 从 old 到 independent 明显下降。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所以我们停止继续调静态 feature，没有把这个结果包装成可部署 controller。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这张图主要展示速度和 Recall 的 tradeoff，同时引出运行时信号的限制。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我们想在搜索过程中看结果是否稳定，但 candidate growth 在当前实现里很多时候只是预算配额的结果，不是真实 query 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TopK churn 在一个数据集上有一定区分能力，但换数据集后方向变化。另一个限制是 native filter 没有暴露内部 cutoff score，因此不能假装拥有真正的 cutoff margin。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这一页要区分工程可行性和最终收益。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我们做了 opt-in prototype，不改变默认 score_pids 行为。它先做 approximate checkpoint，再决定是否继续，最后只做一次 exact refine。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Parity 通过说明结果可以保持一致。但 runtime 结果表明，判断过程的开销大于节省的 exact refine，所以目前还不是有效的 adaptive 加速方案。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这是汇报时必须诚实展示的一页。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当前冻结规则在 independent 集上没有达到 Always1024：Recall@100 低了约 0.022，平均延迟还高了约 2.8 ms。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具体的质量损失来自 query 100、128、142 被错误停在 400；而很多被提升到高预算的 query 并没有带来 Recall 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因此当前 adaptive 结果是负面或不确定结果，不应称为成功。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最后不要说 adaptive 成功。准确的结论是：现象和机制已经确认，但可靠且低成本的控制器仍未解决。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下一步有三个方向：第一，降低 approximate checkpoint 成本；第二，单独研究 candidate generation coverage；第三，在更大的 held-out query 集上验证简单规则。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如果师兄问这项工作的价值，可以说：我们把一个模糊的‘query 难度不同’问题拆成了可验证的机制，并明确了当前 adaptive 方案为什么还不能工作。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238030ba44b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0db2287d24695" /><Relationship Type="http://schemas.openxmlformats.org/officeDocument/2006/relationships/slideLayout" Target="/ppt/slideLayouts/slideLayout1.xml" Id="R0f96d4d4dd7541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6d4d4dd7541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baca59b1742eb" /><Relationship Type="http://schemas.openxmlformats.org/officeDocument/2006/relationships/notesSlide" Target="/ppt/notesSlides/notesSlide1.xml" Id="Rc5384483bce345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bcd02b70447e" /><Relationship Type="http://schemas.openxmlformats.org/officeDocument/2006/relationships/notesSlide" Target="/ppt/notesSlides/notesSlide2.xml" Id="Rc75e9bbc68e54d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0a2af8f8c4024" /><Relationship Type="http://schemas.openxmlformats.org/officeDocument/2006/relationships/notesSlide" Target="/ppt/notesSlides/notesSlide3.xml" Id="Rdf7e780cf11349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c3f705d8e443e" /><Relationship Type="http://schemas.openxmlformats.org/officeDocument/2006/relationships/image" Target="/ppt/media/image.png" Id="R2ddf007fa4f04bde" /><Relationship Type="http://schemas.openxmlformats.org/officeDocument/2006/relationships/notesSlide" Target="/ppt/notesSlides/notesSlide4.xml" Id="Rac3407390b4b4f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2a58436e84394" /><Relationship Type="http://schemas.openxmlformats.org/officeDocument/2006/relationships/notesSlide" Target="/ppt/notesSlides/notesSlide5.xml" Id="Rbe959c052d2f45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eaf2d91f24f21" /><Relationship Type="http://schemas.openxmlformats.org/officeDocument/2006/relationships/image" Target="/ppt/media/image2.png" Id="R2a12a200c66541bf" /><Relationship Type="http://schemas.openxmlformats.org/officeDocument/2006/relationships/notesSlide" Target="/ppt/notesSlides/notesSlide6.xml" Id="Rdfa8e1c429cd4a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b7ea66d4f4e39" /><Relationship Type="http://schemas.openxmlformats.org/officeDocument/2006/relationships/image" Target="/ppt/media/image3.png" Id="Rff7c7b7034144cd5" /><Relationship Type="http://schemas.openxmlformats.org/officeDocument/2006/relationships/notesSlide" Target="/ppt/notesSlides/notesSlide7.xml" Id="R1a5c4b5fcff749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d30db441541de" /><Relationship Type="http://schemas.openxmlformats.org/officeDocument/2006/relationships/notesSlide" Target="/ppt/notesSlides/notesSlide8.xml" Id="Rdb6d43d36df54c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2075195248ed" /><Relationship Type="http://schemas.openxmlformats.org/officeDocument/2006/relationships/image" Target="/ppt/media/image4.png" Id="R7a8905c15c4441b7" /><Relationship Type="http://schemas.openxmlformats.org/officeDocument/2006/relationships/notesSlide" Target="/ppt/notesSlides/notesSlide9.xml" Id="Rdf95b8a3dcfa43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8d30ef80a4299" /><Relationship Type="http://schemas.openxmlformats.org/officeDocument/2006/relationships/notesSlide" Target="/ppt/notesSlides/notesSlide10.xml" Id="R207c52d52aa94b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E74A4-62FD-4FD2-AEF7-D9C4C95F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Understanding Query-Dependent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Budget Sensitivity in PLAID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560C2-3490-468B-B151-98275C56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FE3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FE3EF"/>
                </a:solidFill>
                <a:latin typeface="Microsoft YaHei"/>
                <a:ea typeface="Microsoft YaHei"/>
                <a:cs typeface="Microsoft YaHei"/>
              </a:rPr>
              <a:t>PLAID query-adaptive 检索研究汇报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58B4E-1C60-4648-AA84-4A1B3836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rPr>
              <a:t>机制分析 · 跨数据集验证 · adaptive feasibility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4E3CD-0DF9-4BED-82CE-0A69BF0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7620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4968"/>
          </a:solidFill>
          <a:ln xmlns:a="http://schemas.openxmlformats.org/drawingml/2006/main" w="9525">
            <a:solidFill>
              <a:srgbClr val="2449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A7D4D-4166-4DA2-AD44-F9A68670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3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核心结论：query 的预算敏感性确实不同，但可靠且低成本的 adaptive control 仍未解决。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46E65-A2A6-42DB-AF87-7DD118A1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</p:spTree>
    <p:extLst>
      <p:ext uri="{BB962C8B-B14F-4D97-AF65-F5344CB8AC3E}">
        <p14:creationId xmlns:p14="http://schemas.microsoft.com/office/powerpoint/2010/main" val="1497255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2738F-66B0-4567-A055-0BE9DDBC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6859E-5DB5-4A1F-A6BE-2BD86A6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研究问题与 PLAID 检索流程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29A57-6F84-41B9-8F08-9F4F3F4E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为什么不同 query 不能总用同一套搜索预算？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3C3B8-BED3-4E1C-81ED-35E01280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4EA5C-1255-4427-A3BF-766D6A0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Query embedding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A28C7-2CC4-4621-ABC0-C313A715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把 query 转成多 token 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C7FAE-1010-4DFE-99B0-A9F4A3B9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8394-77FC-4268-A824-CF2DEC83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02C93-38ED-42B5-9668-9588B068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2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Candidate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4E1EA-F8AE-40F0-A710-FE900087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找到候选 PID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96DC1-DDAC-419F-9412-3D571BB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9898A-2501-4283-BD76-C26E1A25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48014-3320-4634-BDD7-B6997686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ndocs pruning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87987-B31E-43ED-821D-9992F7B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只保留部分候选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EC44F-EB2C-4E93-8B9E-E433209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4B1DE-FE50-4D21-BF95-B10C472D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EAF3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7E4CE-3D57-4385-9665-82A2B9A8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Exact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1A283-838C-4F75-B392-495FC04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解压缩并做 MaxSim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4369B-A65B-4AF3-B735-650D8FC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三个参数分别控制不同阶段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B84E9-1C1D-4209-BB6E-FD3ADC07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ncells：搜索多少个 centroid 区域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threshold：候选最低分数门槛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ndocs：最多保留多少文档进入精确计算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CFC55-1CF3-4834-9A08-57808F99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7625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51FD4-C3AD-427B-8F4C-70ADE75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909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关键区分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6FE57-2722-4E9D-A935-6CAD8091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PID 一开始没生成 → 提高 ndocs 没用</a:t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PID 已生成但被截断 → 提高 ndocs 可能恢复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D258F-CDC8-44BC-9B43-11CCB20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2E8F1-5A11-441D-9FC6-2EA0AA19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5066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CF10B-1BAE-442F-A0CF-DC445F74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5D588-9672-4AF4-8DFC-676E152D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主要观察：不同 query 对预算的响应不同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75CA7-AAC8-43EF-B83C-014404F8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提高 ndocs 对部分 query 有效，对另一部分 query 没有必要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DD60B-8B7A-4E26-A8DB-F6B45B24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7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9 个 independent hard query 在不同预算下达到自身 1024 Recall 的数量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690EA-0FE9-4950-B0F7-CC7B2904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5C5C"/>
          </a:solidFill>
          <a:ln xmlns:a="http://schemas.openxmlformats.org/drawingml/2006/main" w="9525">
            <a:solidFill>
              <a:srgbClr val="C95C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52ABC-5835-4CBA-8FBB-2C59277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 200–400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6C5D7-D5AA-448E-A035-43AAB5B1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B59DE-5288-4E14-8AC5-339CB815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8B3A"/>
          </a:solidFill>
          <a:ln xmlns:a="http://schemas.openxmlformats.org/drawingml/2006/main" w="9525">
            <a:solidFill>
              <a:srgbClr val="E38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2CB33-C2F4-496C-B9B5-C56B0905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 512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5F882-0697-41C6-BEF8-85435D1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/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A2096-7D2B-45F0-A248-0FCA79BB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05225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E8E9E"/>
          </a:solidFill>
          <a:ln xmlns:a="http://schemas.openxmlformats.org/drawingml/2006/main" w="9525">
            <a:solidFill>
              <a:srgbClr val="3E8E9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038BC-4BFE-459D-9CBB-A3564189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 768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F9A74-A6D4-4141-BAE0-ACB32669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81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/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1AA30-D2C7-4146-830F-9968E391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91025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F8A6B"/>
          </a:solidFill>
          <a:ln xmlns:a="http://schemas.openxmlformats.org/drawingml/2006/main" w="9525">
            <a:solidFill>
              <a:srgbClr val="4F8A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42669-52F7-4E4C-A5AA-40FBA132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 1024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6F505-1F87-4645-BC41-236D3863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672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/ 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AB0E6-A4BF-4327-B438-C5A2E112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016A7-DBC0-4498-AF43-C174B14D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怎么读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87EAB-61EC-40E4-921A-0968758C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4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预算越高，越多 hard query 能恢复到自己的高预算质量。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但很多 query 本身不需要 1024。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4869C-8855-479B-B8EE-BB5A6EEE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33875"/>
            <a:ext cx="37147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209D6-50EA-4617-8B84-367C135C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预算需求确实存在 query 间差异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74898-8B6E-4CD1-90D6-CFF1D03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AD04B-A9FC-4466-8D73-8A0AEB67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1291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754B3-BA19-42B6-BF64-49E43C9B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10F1C-2015-4766-B802-AF7BF1ED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逐 query 观察：有些曲线平，有些曲线明显上升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A2FAE-8339-42B0-A624-5E13EACF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原始 48-query budget sensitivity 实验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f007fa4f04bde"/>
          <a:stretch xmlns:a="http://schemas.openxmlformats.org/drawingml/2006/main"/>
        </p:blipFill>
        <p:spPr>
          <a:xfrm xmlns:a="http://schemas.openxmlformats.org/drawingml/2006/main">
            <a:off x="619125" y="2136350"/>
            <a:ext cx="7239000" cy="2966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72DEE-B891-4273-A876-58298DD2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看图方法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C4FEB-25B8-43D3-8CC6-8EDA3918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曲线基本水平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→ 低预算已经够用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曲线随 ndocs 上升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→ 这个 query 对预算敏感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013D1-916C-4442-BBD6-E34E86D9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143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C16F2-E429-43D5-9C8E-D4C36103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早期敏感 query：13、29、34、40、42、43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01E6C-7BDF-464A-A1D7-CE4AF48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0D9C6-9E1E-4672-94D4-99196643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3712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541EF-8762-47F4-826D-EABF3AD1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25C57-222A-45CF-828A-35650C08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机制分析：质量损失发生在不同阶段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40F86-6A6C-433A-8F20-8ADD6BA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先判断 PID 有没有生成，再判断它有没有被 ndocs 截断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A0EFB-540A-4596-A60F-698ACF57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143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31819-C05C-4A43-AC07-A357C504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A  截断敏感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A1448-675A-40F7-9146-1ADCAA1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 PID 已经进入 candidate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但在 ndocs 截断时被移除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提高 ndocs 可能恢复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A89E0-E067-4C89-A745-27A97D6B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old：3/9</a:t>
            </a:r>
          </a:p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independent：9/27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415F4-33B5-4D6B-8A5D-1AEA1D1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3143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277CD-6803-4C3C-9B68-DE260D4E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09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B  候选生成受限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7F0CC-6029-42D0-A0DA-F5A4A5AB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1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 PID 一开始就没进入 candidate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提高 ndocs 也无法找回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需要改进 candidate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715B1-9B7F-494E-A194-276DBBBF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95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old：0/9</a:t>
            </a:r>
          </a:p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independent：3/27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1C3BB-D540-461B-8D51-BE500BC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143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EAF3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F31C3-D767-4029-A31B-4E80621E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C  预算不敏感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7AFCD-AB0B-450A-939E-2A0055FF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低预算和高预算的 Recall 基本一致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且 candidate coverage 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增加预算通常是浪费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EC5E1-AF79-46E4-998C-AA998D02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old：6/9</a:t>
            </a:r>
          </a:p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independent：14/27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1046B-F9C6-47DF-A60B-69456523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注意：三类标签不是完全互斥，query 106 同时包含 truncation 和 candidate-generation failure。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E3E0B-171F-4263-993F-DA0FD06D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8384B-1FED-4CD7-82AF-E1C0FF38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32259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07442-C075-4D79-B157-1580E695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91759-2072-4AAC-939A-C552037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尝试一：静态 query feature predictor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8B315-9019-4A02-9F01-5D66365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用 query 本身的特征提前判断是否需要更大预算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2a200c66541bf"/>
          <a:stretch xmlns:a="http://schemas.openxmlformats.org/drawingml/2006/main"/>
        </p:blipFill>
        <p:spPr>
          <a:xfrm xmlns:a="http://schemas.openxmlformats.org/drawingml/2006/main">
            <a:off x="666750" y="1693069"/>
            <a:ext cx="5619750" cy="30908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2EC4A-05DE-43D5-8A7E-42A73594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AUC 越接近 1，区分能力越强；0.5 接近随机。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D07E2-B943-48E1-9E51-56564E9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尝试的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980F4-1B25-4B4C-AAB6-954DBE3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gap_p10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worst_token_gap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gap_mean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candidate density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2F7DC-C7A3-48B5-A091-5454DF29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41910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E4357-6C6F-482A-9058-BD46177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失败原因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C79D0-4FAE-46A9-98E7-D968DAB2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old 上有效的特征，换到 independent 后区分能力下降。</a:t>
            </a:r>
          </a:p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阈值来自很少的 hard query，容易过拟合。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597B6-9102-4BC0-A316-E7910552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C83E8-3FB9-47E2-9816-3CD0F88A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19959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B259F-9628-4ED3-A35B-FD5550BA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8BFD3-226D-41CA-8756-E3A64AD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尝试二：运行时动态信号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3B4EF-EE13-460A-AF2D-0AAB5B49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搜索过程中观察结果是否已经稳定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c7b7034144cd5"/>
          <a:stretch xmlns:a="http://schemas.openxmlformats.org/drawingml/2006/main"/>
        </p:blipFill>
        <p:spPr>
          <a:xfrm xmlns:a="http://schemas.openxmlformats.org/drawingml/2006/main">
            <a:off x="662336" y="1428750"/>
            <a:ext cx="5819078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9DCBA-EA41-4829-A8EE-52280B3F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观察过的信号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F7C05-EBA8-471D-B297-06FBA679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candidate growth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TopK churn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candidate overlap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cutoff margin / tail slope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D0EFC-7E0B-4F7B-8CCB-E0E4A66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62375"/>
            <a:ext cx="4000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FF2BD-E956-4F1F-8C42-5E7A660A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为什么仍然失败？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DDC11-0A1E-412C-B800-7A36A72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100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9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有些信号由 ndocs 配额机械决定；</a:t>
            </a:r>
          </a:p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有些信号跨数据集方向不稳定；</a:t>
            </a:r>
          </a:p>
          <a:p xmlns:a="http://schemas.openxmlformats.org/drawingml/2006/main">
            <a:pPr>
              <a:def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有些信号只有 exact 之后才知道。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B90A6-8EEB-4149-A966-1AE950C9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2758F-962E-465A-8E23-C08451B7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18671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4E2282-6444-45A4-A45D-F71EEF51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EC3C6-CE2B-4BAD-AC59-00793EB1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尝试三：approximate → exact 两阶段方案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23032-9BFC-4934-8FC5-5F6E614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工程上可实现，但当前成本还不划算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B91D7-6F49-4AC3-8319-D353F28B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7B94C-9D98-4215-995F-7EE0DBD7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400 approximate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26542-FBDB-4E3B-AFBE-CF9CC277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BAA43-7FD1-4FCA-AFE4-A1CBA03B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137FF-4693-43E7-8E23-DB465CEA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检查状态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C757C-211F-471A-BBEA-58961EA8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07A20-97BB-4A51-B43A-3D3C213D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B6CE9-999C-4D37-B5CC-C45936F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512 / 1024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062B5-6A91-49D3-85B5-85214DCD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9FFC0-F2B2-4BCB-B338-8E11A2C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EAF3E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34609-5EE0-4366-A33A-8F7A50C2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5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一次 exact finalize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BB60A-CB0A-4F38-9058-9897019E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Parity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8C49E-2B40-4554-9C2F-17A92DD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6-query gate：18/18 通过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Top100 结果与 full search 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FEB3F-B8AD-4DE4-AE39-D4553CF2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C7C88-21A2-4A8D-B453-79C396A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approximate + decision：约 8.25 ms/query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节省的 final refine：约 4.33 ms/query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14729-E42E-4303-B9B1-75138F99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476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B1A4A-F6B6-4043-BD42-33CF776B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71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03DFA-35BB-40CA-B6DE-56491509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5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能跑通，但目前不省时。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BC859-DB49-4F3A-9196-468371E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F0665-E943-4600-80D7-0254E1B7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3147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86C54-8C27-44AC-A35A-2B2B9920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16054-6BF5-49A5-9962-E70CFFE1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独立集验证：当前 adaptive 还没有超过 Always1024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1EBCE-0EF7-42A7-8F70-63BEEE70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冻结 old 规则后，在 independent query 上测试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905c15c4441b7"/>
          <a:stretch xmlns:a="http://schemas.openxmlformats.org/drawingml/2006/main"/>
        </p:blipFill>
        <p:spPr>
          <a:xfrm xmlns:a="http://schemas.openxmlformats.org/drawingml/2006/main">
            <a:off x="666750" y="1630456"/>
            <a:ext cx="6191250" cy="37875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2B5D0-8C60-4446-90B8-B24A9F15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independent runtime cohort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D8358-70B3-4118-B0FD-DE903E07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33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Adaptive Recall@100：0.886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Always1024 Recall@100：0.908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Adaptive 延迟：31.405 ms</a:t>
            </a:r>
          </a:p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Always1024 延迟：28.578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64D1-1CCE-4B04-8EBD-FB8EB3E3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3714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65271-4DFC-4EA9-9EAF-A9BABA42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当前 adaptive：质量更低，速度也更慢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D8694-E893-405C-BF98-509C3FE0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F2014-A9A4-47BB-B0D3-4B6CCBCE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03996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6E3E6-E4F7-4F51-985D-98E0434E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F5C04-CC4E-4AA9-887B-918924B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最终结论与下一步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22CAD-82A0-4029-A7F9-30A86C9A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现象已经确认，控制器还没有解决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07DDC-DBEB-41F6-AA3F-19B553F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已经确认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E1C54-68BF-4B3F-B6F4-DBFFBAC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7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不同 query 对 ndocs 的敏感性不同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主要可恢复损失来自 candidate 之后的 truncation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candidate-generation failure 是独立的残余问题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两阶段接口可以通过 parity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77EA7-906C-4AAE-B685-9118D292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还没有解决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5C37A-C8C5-4C9D-AC06-A58FD350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静态 feature 跨数据集稳定泛化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低成本、可靠的 online early signal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approximate checkpoint 的重复计算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candidate coverage 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6227E-1575-4210-9FA4-8CEB017D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10477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86F84-266B-42BA-A6AE-883CBD8C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Query-dependent budget sensitivity exists, but reliable and low-cost adaptive control remains unsolved.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1F082-DCC4-46F8-B0A7-9434065E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下一步：降低 checkpoint 成本；独立提升 candidate coverage；在更大 held-out 集上重新验证。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10487-933A-4C68-9FCE-FE398F6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query-adaptive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94083-AD76-4F2F-A182-CF5097B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2970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2026-09-24T08:07:21.0980000Z</dcterms:created>
  <dcterms:modified xsi:type="dcterms:W3CDTF">2026-09-24T08:07:21.0980000Z</dcterms:modified>
</coreProperties>
</file>