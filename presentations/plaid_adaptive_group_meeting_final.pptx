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65e433deba47b9" /><Relationship Type="http://schemas.openxmlformats.org/officeDocument/2006/relationships/extended-properties" Target="/docProps/app.xml" Id="R9af3bc443c1b4dc5" /><Relationship Type="http://schemas.openxmlformats.org/officeDocument/2006/relationships/officeDocument" Target="/ppt/presentation.xml" Id="R2b34780b5e67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b441408d84ce5"/>
  </p:sldMasterIdLst>
  <p:notesMasterIdLst>
    <p:notesMasterId xmlns:r="http://schemas.openxmlformats.org/officeDocument/2006/relationships" r:id="Ra716ed0393174c15"/>
  </p:notesMasterIdLst>
  <p:sldIdLst>
    <p:sldId xmlns:r="http://schemas.openxmlformats.org/officeDocument/2006/relationships" id="256" r:id="R1861c394ae2b40b4"/>
    <p:sldId xmlns:r="http://schemas.openxmlformats.org/officeDocument/2006/relationships" id="257" r:id="R19ef2fb83ee64d19"/>
    <p:sldId xmlns:r="http://schemas.openxmlformats.org/officeDocument/2006/relationships" id="258" r:id="R00b3af37f28b44e7"/>
    <p:sldId xmlns:r="http://schemas.openxmlformats.org/officeDocument/2006/relationships" id="259" r:id="Rc3b2b8bbaa6647c0"/>
    <p:sldId xmlns:r="http://schemas.openxmlformats.org/officeDocument/2006/relationships" id="260" r:id="R15f3110e65bb4b89"/>
    <p:sldId xmlns:r="http://schemas.openxmlformats.org/officeDocument/2006/relationships" id="261" r:id="R6e99d75a65ce4e60"/>
    <p:sldId xmlns:r="http://schemas.openxmlformats.org/officeDocument/2006/relationships" id="262" r:id="Rec2cd7401fa24cf6"/>
    <p:sldId xmlns:r="http://schemas.openxmlformats.org/officeDocument/2006/relationships" id="263" r:id="R9d9593d4757943e8"/>
    <p:sldId xmlns:r="http://schemas.openxmlformats.org/officeDocument/2006/relationships" id="264" r:id="Ra10afacef98048ae"/>
    <p:sldId xmlns:r="http://schemas.openxmlformats.org/officeDocument/2006/relationships" id="265" r:id="R56e2d82d36e04bc1"/>
    <p:sldId xmlns:r="http://schemas.openxmlformats.org/officeDocument/2006/relationships" id="266" r:id="R2a2916d96c5e45ed"/>
    <p:sldId xmlns:r="http://schemas.openxmlformats.org/officeDocument/2006/relationships" id="267" r:id="Rc3406f93e4544dcd"/>
    <p:sldId xmlns:r="http://schemas.openxmlformats.org/officeDocument/2006/relationships" id="268" r:id="Rcca2f7f019ec4e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c9d5d2c0845a8" /><Relationship Type="http://schemas.openxmlformats.org/officeDocument/2006/relationships/slideMaster" Target="/ppt/slideMasters/slideMaster1.xml" Id="Rae0b441408d84ce5" /><Relationship Type="http://schemas.openxmlformats.org/officeDocument/2006/relationships/notesMaster" Target="/ppt/notesMasters/notesMaster1.xml" Id="Ra716ed0393174c15" /><Relationship Type="http://schemas.openxmlformats.org/officeDocument/2006/relationships/presProps" Target="/ppt/presProps.xml" Id="R0a8f23ff7ecf48af" /><Relationship Type="http://schemas.openxmlformats.org/officeDocument/2006/relationships/tableStyles" Target="/ppt/tableStyles.xml" Id="R19551080c0694c45" /><Relationship Type="http://schemas.openxmlformats.org/officeDocument/2006/relationships/slide" Target="/ppt/slides/slide1.xml" Id="R1861c394ae2b40b4" /><Relationship Type="http://schemas.openxmlformats.org/officeDocument/2006/relationships/slide" Target="/ppt/slides/slide2.xml" Id="R19ef2fb83ee64d19" /><Relationship Type="http://schemas.openxmlformats.org/officeDocument/2006/relationships/slide" Target="/ppt/slides/slide3.xml" Id="R00b3af37f28b44e7" /><Relationship Type="http://schemas.openxmlformats.org/officeDocument/2006/relationships/slide" Target="/ppt/slides/slide4.xml" Id="Rc3b2b8bbaa6647c0" /><Relationship Type="http://schemas.openxmlformats.org/officeDocument/2006/relationships/slide" Target="/ppt/slides/slide5.xml" Id="R15f3110e65bb4b89" /><Relationship Type="http://schemas.openxmlformats.org/officeDocument/2006/relationships/slide" Target="/ppt/slides/slide6.xml" Id="R6e99d75a65ce4e60" /><Relationship Type="http://schemas.openxmlformats.org/officeDocument/2006/relationships/slide" Target="/ppt/slides/slide7.xml" Id="Rec2cd7401fa24cf6" /><Relationship Type="http://schemas.openxmlformats.org/officeDocument/2006/relationships/slide" Target="/ppt/slides/slide8.xml" Id="R9d9593d4757943e8" /><Relationship Type="http://schemas.openxmlformats.org/officeDocument/2006/relationships/slide" Target="/ppt/slides/slide9.xml" Id="Ra10afacef98048ae" /><Relationship Type="http://schemas.openxmlformats.org/officeDocument/2006/relationships/slide" Target="/ppt/slides/slide10.xml" Id="R56e2d82d36e04bc1" /><Relationship Type="http://schemas.openxmlformats.org/officeDocument/2006/relationships/slide" Target="/ppt/slides/slide11.xml" Id="R2a2916d96c5e45ed" /><Relationship Type="http://schemas.openxmlformats.org/officeDocument/2006/relationships/slide" Target="/ppt/slides/slide12.xml" Id="Rc3406f93e4544dcd" /><Relationship Type="http://schemas.openxmlformats.org/officeDocument/2006/relationships/slide" Target="/ppt/slides/slide13.xml" Id="Rcca2f7f019ec4e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f49f087724d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1e76a1080a401e" /><Relationship Type="http://schemas.openxmlformats.org/officeDocument/2006/relationships/notesMaster" Target="/ppt/notesMasters/notesMaster1.xml" Id="R3650e6d761d2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f3e9f0a0e49fb" /><Relationship Type="http://schemas.openxmlformats.org/officeDocument/2006/relationships/notesMaster" Target="/ppt/notesMasters/notesMaster1.xml" Id="R2414068c758140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22b6e63a2e4de8" /><Relationship Type="http://schemas.openxmlformats.org/officeDocument/2006/relationships/notesMaster" Target="/ppt/notesMasters/notesMaster1.xml" Id="Re509d0f6faf148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9ce2caecf456d" /><Relationship Type="http://schemas.openxmlformats.org/officeDocument/2006/relationships/notesMaster" Target="/ppt/notesMasters/notesMaster1.xml" Id="R8c3f71220a0a42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bd233391c44c46" /><Relationship Type="http://schemas.openxmlformats.org/officeDocument/2006/relationships/notesMaster" Target="/ppt/notesMasters/notesMaster1.xml" Id="Rbf958c29dde04b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c8c499bef412b" /><Relationship Type="http://schemas.openxmlformats.org/officeDocument/2006/relationships/notesMaster" Target="/ppt/notesMasters/notesMaster1.xml" Id="R8206d72377224b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9c03cda5f34a7e" /><Relationship Type="http://schemas.openxmlformats.org/officeDocument/2006/relationships/notesMaster" Target="/ppt/notesMasters/notesMaster1.xml" Id="R8844f742237a4f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73d744d13e490b" /><Relationship Type="http://schemas.openxmlformats.org/officeDocument/2006/relationships/notesMaster" Target="/ppt/notesMasters/notesMaster1.xml" Id="R2a36f217925543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0da688856b4bcf" /><Relationship Type="http://schemas.openxmlformats.org/officeDocument/2006/relationships/notesMaster" Target="/ppt/notesMasters/notesMaster1.xml" Id="R9d2b406d4dd445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96f9f5bfc34284" /><Relationship Type="http://schemas.openxmlformats.org/officeDocument/2006/relationships/notesMaster" Target="/ppt/notesMasters/notesMaster1.xml" Id="R0d68682f437a4b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bad859177342c9" /><Relationship Type="http://schemas.openxmlformats.org/officeDocument/2006/relationships/notesMaster" Target="/ppt/notesMasters/notesMaster1.xml" Id="R74fd6baf7d0b4a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c7ce2bf1d84376" /><Relationship Type="http://schemas.openxmlformats.org/officeDocument/2006/relationships/notesMaster" Target="/ppt/notesMasters/notesMaster1.xml" Id="R406aecc7fa024b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811f3967b64d63" /><Relationship Type="http://schemas.openxmlformats.org/officeDocument/2006/relationships/notesMaster" Target="/ppt/notesMasters/notesMaster1.xml" Id="Re0ed1ac7dd13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开场：这次汇报不是展示一个已经成功的 adaptive 系统，而是汇报我们如何确认 query 间预算敏感性不同、定位失败机制，并评估了几种 adaptive 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今天的主线是：现象存在，机制已经拆开，但控制器还没有解决。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本页对应研究总结和所有实验报告。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先解释检索流程。PLAID 先生成候选，再对候选做预算截断，最后才进行精确 MaxSim。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ndocs 不是控制所有搜索过程的参数，它主要控制候选进入精确阶段的数量。这个区分决定了后面为什么要把 candidate-generation failure 和 truncation failure 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ncells 类似先去多少个书架找书，threshold 是门槛，ndocs 是最后拿多少本书精读。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这张图是最重要的现象证据。横轴是 ndocs，纵轴是在这个预算下已经达到自己 1024 结果的 hard query 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预算越高，能恢复到高预算质量的 hard query 越多，但并不是所有 query 都需要 1024。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这证明的是 query-dependent budget sensitivity，不是已经证明 adaptive controller 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这张图可以用来直观解释 query-level 现象。不要逐条念每个点，只强调两类曲线：平的代表降预算后质量相近，上升的代表需要更大预算。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 query ID 来自最初 48-query feasibility 实验。后面的 independent 验证使用了新的 query 集，因此不能把两个 cohort 的 ID 和比例直接混在一起。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这是整个研究最重要的机制拆分。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类是 ndocs 可以解决的问题，B 类不是 ndocs 可以解决的问题，C 类说明很多 query 不需要高预算。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这里的数量来自直接机制追踪 cohort。query 106 是 mixed case：提高预算能恢复一部分质量，但仍然有 candidate generation 的残余错误。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要强调：看到一个 relevant PID 被截断，不一定意味着 Recall@100 一定下降，因为其他相关文档可能仍然足够。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这一页解释静态 predictor。我们没有一开始就训练复杂模型，而是先检查少量机制相关 feature。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结果是 gap_p10 比 gap_mean 更符合 lower-tail ambiguity 的机制假设，但它的 AUC 从 old 到 independent 明显下降。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所以我们停止继续调静态 feature，没有把这个结果包装成可部署 controller。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这张图主要展示速度和 Recall 的 tradeoff，同时引出运行时信号的限制。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我们想在搜索过程中看结果是否稳定，但 candidate growth 在当前实现里很多时候只是预算配额的结果，不是真实 query 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TopK churn 在一个数据集上有一定区分能力，但换数据集后方向变化。另一个限制是 native filter 没有暴露内部 cutoff score，因此不能假装拥有真正的 cutoff margin。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这一页要区分工程可行性和最终收益。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我们做了 opt-in prototype，不改变默认 score_pids 行为。它先做 approximate checkpoint，再决定是否继续，最后只做一次 exact refine。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Parity 通过说明结果可以保持一致。但 runtime 结果表明，判断过程的开销大于节省的 exact refine，所以目前还不是有效的 adaptive 加速方案。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这是汇报时必须诚实展示的一页。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当前冻结规则在 independent 集上没有达到 Always1024：Recall@100 低了约 0.022，平均延迟还高了约 2.8 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具体的质量损失来自 query 100、128、142 被错误停在 400；而很多被提升到高预算的 query 并没有带来 Recall 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因此当前 adaptive 结果是负面或不确定结果，不应称为成功。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最后不要说 adaptive 成功。准确的结论是：现象和机制已经确认，但可靠且低成本的控制器仍未解决。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下一步有三个方向：第一，降低 approximate checkpoint 成本；第二，单独研究 candidate generation coverage；第三，在更大的 held-out query 集上验证简单规则。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如果师兄问这项工作的价值，可以说：我们把一个模糊的‘query 难度不同’问题拆成了可验证的机制，并明确了当前 adaptive 方案为什么还不能工作。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为了排除 GPU 到 CPU 的传输和同步干扰，我把整个流程改成了全 CPU。结果显示，adaptive 的问题仍然存在：independent 上 Recall 0.8793，低于 fixed1024 的 0.9080，平均延迟 60.40 ms，也高于 fixed1024 的 41.71 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这说明传输开销不是唯一原因，近似检查本身也有成本，信号也没有稳定识别出该用多少预算。图表使用当前实际在线运行结果。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LOTTE lifestyle/dev 包含 268,893 个文档和 417 个 query。我们在这个新数据集上跑了 fixed400、fixed512、fixed1024 和在线 HybridAdaptive。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HybridAdaptive 的 Recall 0.7130，略高于 fixed400，但低于 fixed1024；延迟 76.99 ms，明显高于所有 fixed 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这个结果说明策略不是只在旧数据上失败，而是在新数据上也暴露同样问题。另有 105 个 query 存在候选覆盖不完整，这部分不能靠 ndocs 单独解决。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论文部分不要汇报成已经复现成功。当前完成的是代码、依赖和机制的调研，以及与自己问题的对应关系。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DARTH 最接近当前的 Recall 预测问题，LAET 最接近早停机制，OMEGA 对搜索轨迹和多预算泛化有参考价值。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最终路线是先解决成本和候选覆盖，再继续做控制器，而不是继续盲目调阈值。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c972ce3914a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737f697cab4f33" /><Relationship Type="http://schemas.openxmlformats.org/officeDocument/2006/relationships/slideLayout" Target="/ppt/slideLayouts/slideLayout1.xml" Id="Rbc376c6dd13148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76c6dd13148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185039da54262" /><Relationship Type="http://schemas.openxmlformats.org/officeDocument/2006/relationships/notesSlide" Target="/ppt/notesSlides/notesSlide1.xml" Id="R76cc1fe75e80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55f78ae62437a" /><Relationship Type="http://schemas.openxmlformats.org/officeDocument/2006/relationships/notesSlide" Target="/ppt/notesSlides/notesSlide2.xml" Id="R8527014af85f47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c46ecba474796" /><Relationship Type="http://schemas.openxmlformats.org/officeDocument/2006/relationships/notesSlide" Target="/ppt/notesSlides/notesSlide3.xml" Id="R0e35df14a6c24b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df47094e84820" /><Relationship Type="http://schemas.openxmlformats.org/officeDocument/2006/relationships/image" Target="/ppt/media/image.png" Id="R630d40d8fa4447a7" /><Relationship Type="http://schemas.openxmlformats.org/officeDocument/2006/relationships/notesSlide" Target="/ppt/notesSlides/notesSlide4.xml" Id="R67a90ffa18bb48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477b966d64a14" /><Relationship Type="http://schemas.openxmlformats.org/officeDocument/2006/relationships/notesSlide" Target="/ppt/notesSlides/notesSlide5.xml" Id="R5a27aa13f6f247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62bbe13b54b68" /><Relationship Type="http://schemas.openxmlformats.org/officeDocument/2006/relationships/image" Target="/ppt/media/image2.png" Id="R0e778001ba1a49e3" /><Relationship Type="http://schemas.openxmlformats.org/officeDocument/2006/relationships/notesSlide" Target="/ppt/notesSlides/notesSlide6.xml" Id="Rc478d7dde87446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994615a5a4bc6" /><Relationship Type="http://schemas.openxmlformats.org/officeDocument/2006/relationships/image" Target="/ppt/media/image3.png" Id="Re92c4f4319eb4292" /><Relationship Type="http://schemas.openxmlformats.org/officeDocument/2006/relationships/notesSlide" Target="/ppt/notesSlides/notesSlide7.xml" Id="R65247f3b685e4c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9abef73844803" /><Relationship Type="http://schemas.openxmlformats.org/officeDocument/2006/relationships/notesSlide" Target="/ppt/notesSlides/notesSlide8.xml" Id="Ra8bdcba45fcc41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3a350330b4d83" /><Relationship Type="http://schemas.openxmlformats.org/officeDocument/2006/relationships/image" Target="/ppt/media/image4.png" Id="Reeebe0557a3e4d79" /><Relationship Type="http://schemas.openxmlformats.org/officeDocument/2006/relationships/notesSlide" Target="/ppt/notesSlides/notesSlide9.xml" Id="Rbf204c6fbf9c4b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1694e121d4aed" /><Relationship Type="http://schemas.openxmlformats.org/officeDocument/2006/relationships/notesSlide" Target="/ppt/notesSlides/notesSlide10.xml" Id="R2a17a49752dd46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0901e169946d7" /><Relationship Type="http://schemas.openxmlformats.org/officeDocument/2006/relationships/chart" Target="/ppt/slides/charts/chart1.xml" Id="Rdf0e334e4c024651" /><Relationship Type="http://schemas.openxmlformats.org/officeDocument/2006/relationships/chart" Target="/ppt/slides/charts/chart2.xml" Id="R559a184946104d0d" /><Relationship Type="http://schemas.openxmlformats.org/officeDocument/2006/relationships/notesSlide" Target="/ppt/notesSlides/notesSlide11.xml" Id="Rfcbc75befe4e4b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f29b449a64e68" /><Relationship Type="http://schemas.openxmlformats.org/officeDocument/2006/relationships/chart" Target="/ppt/slides/charts/chart3.xml" Id="Ra1f98ff01e2c45fc" /><Relationship Type="http://schemas.openxmlformats.org/officeDocument/2006/relationships/chart" Target="/ppt/slides/charts/chart4.xml" Id="Rc6c744945c3b4e86" /><Relationship Type="http://schemas.openxmlformats.org/officeDocument/2006/relationships/notesSlide" Target="/ppt/notesSlides/notesSlide12.xml" Id="Ra23e1d26285c4e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9a4c490464665" /><Relationship Type="http://schemas.openxmlformats.org/officeDocument/2006/relationships/notesSlide" Target="/ppt/notesSlides/notesSlide13.xml" Id="R5669a030a16c450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Recall@100</c:v>
          </c:tx>
          <c:spPr>
            <a:solidFill xmlns:a="http://schemas.openxmlformats.org/drawingml/2006/main">
              <a:srgbClr val="2E6F95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0.8502</c:v>
                </c:pt>
                <c:pt idx="1">
                  <c:v>0.8754</c:v>
                </c:pt>
                <c:pt idx="2">
                  <c:v>0.908</c:v>
                </c:pt>
                <c:pt idx="3">
                  <c:v>0.8793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Latency (ms)</c:v>
          </c:tx>
          <c:spPr>
            <a:solidFill xmlns:a="http://schemas.openxmlformats.org/drawingml/2006/main">
              <a:srgbClr val="E38B3A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36.26</c:v>
                </c:pt>
                <c:pt idx="1">
                  <c:v>37.55</c:v>
                </c:pt>
                <c:pt idx="2">
                  <c:v>41.71</c:v>
                </c:pt>
                <c:pt idx="3">
                  <c:v>60.4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Recall@100</c:v>
          </c:tx>
          <c:spPr>
            <a:solidFill xmlns:a="http://schemas.openxmlformats.org/drawingml/2006/main">
              <a:srgbClr val="3E8E9E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0.6922</c:v>
                </c:pt>
                <c:pt idx="1">
                  <c:v>0.7065</c:v>
                </c:pt>
                <c:pt idx="2">
                  <c:v>0.7213</c:v>
                </c:pt>
                <c:pt idx="3">
                  <c:v>0.713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Latency (ms)</c:v>
          </c:tx>
          <c:spPr>
            <a:solidFill xmlns:a="http://schemas.openxmlformats.org/drawingml/2006/main">
              <a:srgbClr val="E38B3A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39.87</c:v>
                </c:pt>
                <c:pt idx="1">
                  <c:v>40.92</c:v>
                </c:pt>
                <c:pt idx="2">
                  <c:v>44.75</c:v>
                </c:pt>
                <c:pt idx="3">
                  <c:v>76.99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BCA65-91B6-425A-B75F-E4AA906F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Understanding Query-Dependent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Budget Sensitivity in PLAID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08DB8-B5D0-4D55-94CF-96F3EC36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FE3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FE3EF"/>
                </a:solidFill>
                <a:latin typeface="Microsoft YaHei"/>
                <a:ea typeface="Microsoft YaHei"/>
                <a:cs typeface="Microsoft YaHei"/>
              </a:rPr>
              <a:t>PLAID query-adaptive 检索研究汇报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1808B-EA85-4089-A687-2A1A1ADA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rPr>
              <a:t>机制分析 · 跨数据集验证 · adaptive feasibility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DD040-CD6B-4916-AD20-E43F9330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7620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4968"/>
          </a:solidFill>
          <a:ln xmlns:a="http://schemas.openxmlformats.org/drawingml/2006/main" w="9525">
            <a:solidFill>
              <a:srgbClr val="2449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D2F72-9848-4939-8AE7-90B48391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3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核心结论：query 的预算敏感性确实不同，但可靠且低成本的 adaptive control 仍未解决。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71299-D82D-4D44-8BC4-08E07654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</p:spTree>
    <p:extLst>
      <p:ext uri="{BB962C8B-B14F-4D97-AF65-F5344CB8AC3E}">
        <p14:creationId xmlns:p14="http://schemas.microsoft.com/office/powerpoint/2010/main" val="197196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8989B3-0A78-479B-B38E-AF72B666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C3B1C-6E4D-453C-AC82-56D75277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研究问题与 PLAID 检索流程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25E76-2621-40A4-9913-E5B86E29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为什么不同 query 不能总用同一套搜索预算？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6356B-5ACF-44EA-8517-07D0456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D3B24-9D4A-47A9-98C0-56A80A19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Query embedding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FE8BD-BBAA-4A33-A40E-9B42F7E3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把 query 转成多 token 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5D2E2-ACDD-4590-99AE-5D9B8EF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9A317-DE39-4CD0-AB9A-AF6F1073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9C712-54CC-4662-B69B-EC790EE6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2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Candidate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087C1-B14B-4BB8-BC69-BCC8DBA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找到候选 PID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4521-B7D9-4E7B-86CB-213AA1B7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95DF8-9471-4BA0-8127-D33F5AD5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4B646-7C4A-4EA9-8283-72A7CF4C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ndocs pruning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5117E-F4EE-41C5-B66C-C329FDEE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只保留部分候选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2B579-C04E-48CC-85A9-67AC9C15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90F3C-7217-46CD-8961-4D8C08E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EAF3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F4048-9128-419F-96D7-B1A61C2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Exact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7B248-3EB2-4AD9-9FF6-10A88174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解压缩并做 MaxSim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6D22C-0858-41CB-B64E-8B978CA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三个参数分别控制不同阶段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58F3D-A597-48DA-BCB8-F03F68D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ncells：搜索多少个 centroid 区域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threshold：候选最低分数门槛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ndocs：最多保留多少文档进入精确计算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CED90-258B-4100-9FAE-B2A1A74C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7625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8ED5C-FC1B-4417-9978-57E15A1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909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关键区分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EA853-F04B-4B69-87F8-CE3E3C55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PID 一开始没生成 → 提高 ndocs 没用</a:t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PID 已生成但被截断 → 提高 ndocs 可能恢复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A3739-A2B9-4088-8708-D3246EF2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7AA5B-A743-468A-9E64-3384BB33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7437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8BB98-B52B-421E-95BF-06DF90D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DE00-F1EF-4096-AA72-927C543A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主要观察：不同 query 对预算的响应不同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4E724-8C0C-45D2-88DE-D3ADA7D9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提高 ndocs 对部分 query 有效，对另一部分 query 没有必要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8EA5F-3ADF-48F9-8E13-384EE85F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7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9 个 independent hard query 在不同预算下达到自身 1024 Recall 的数量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3F50A-F907-4AE0-8EB3-ED1D5D68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5C5C"/>
          </a:solidFill>
          <a:ln xmlns:a="http://schemas.openxmlformats.org/drawingml/2006/main" w="9525">
            <a:solidFill>
              <a:srgbClr val="C95C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44508-BA94-432B-941D-6519E055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200–400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C9B56-276E-411F-B5CD-72B9E2E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F587D-7A6C-4999-A3E2-918FB578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8B3A"/>
          </a:solidFill>
          <a:ln xmlns:a="http://schemas.openxmlformats.org/drawingml/2006/main" w="9525">
            <a:solidFill>
              <a:srgbClr val="E38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8D653-9CAC-45B0-B284-A3EB8846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512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C2001-63DA-4561-B364-86478BC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/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3CC1C-5A07-41D4-9177-9C95B34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052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E8E9E"/>
          </a:solidFill>
          <a:ln xmlns:a="http://schemas.openxmlformats.org/drawingml/2006/main" w="9525">
            <a:solidFill>
              <a:srgbClr val="3E8E9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0EFA5-452E-4C89-A9AC-5122F414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768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174C5-0FED-46F2-9C19-0FC0463D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81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/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660A9-EA36-43D6-BB73-ED2CE264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910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F8A6B"/>
          </a:solidFill>
          <a:ln xmlns:a="http://schemas.openxmlformats.org/drawingml/2006/main" w="9525">
            <a:solidFill>
              <a:srgbClr val="4F8A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13C17-07C0-4858-9806-6E524308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1024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957E5-1AE6-4346-94DB-DE86248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672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/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FA222-73FA-4646-8D39-6AB81261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0955B-4955-4929-BEAA-23C12646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怎么读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9FDCB-211F-46B3-A4DE-41A8B066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4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预算越高，越多 hard query 能恢复到自己的高预算质量。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但很多 query 本身不需要 1024。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CCEFD-9AED-4D01-A281-407C5EFF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37147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41820-D7BE-4188-9EEF-A635264E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预算需求确实存在 query 间差异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1CE9E-A327-4197-9BC8-4582ED4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B11D4-F9DA-416E-90B8-1DD6F310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0953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C3766-6EA7-4788-9E97-397247F0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13740-47A1-4F87-BB93-D867EF5D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逐 query 观察：有些曲线平，有些曲线明显上升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8E65F-7769-4FA1-88C4-FC860CB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原始 48-query budget sensitivity 实验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d40d8fa4447a7"/>
          <a:stretch xmlns:a="http://schemas.openxmlformats.org/drawingml/2006/main"/>
        </p:blipFill>
        <p:spPr>
          <a:xfrm xmlns:a="http://schemas.openxmlformats.org/drawingml/2006/main">
            <a:off x="619125" y="2136350"/>
            <a:ext cx="7239000" cy="2966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ED820-F851-4DF5-A1F3-7A3BB31D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看图方法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ECF87-99DB-448B-9A07-E1D70AF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曲线基本水平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→ 低预算已经够用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曲线随 ndocs 上升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→ 这个 query 对预算敏感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310E1-62CE-4393-BF4D-81AE273A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143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66B69-BD56-418A-BD18-13A5E86F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早期敏感 query：13、29、34、40、42、43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E1810-4BFC-4090-AD69-1E20AEA9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955F-6F98-4F43-977A-E1F486A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9716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A2F0C-C42C-49C7-ACB9-59353FF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9AA44-12E1-4310-9FC1-E377E98B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机制分析：质量损失发生在不同阶段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30CE3-48CF-4018-8CD4-5E6D90B6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先判断 PID 有没有生成，再判断它有没有被 ndocs 截断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B1031-FF02-4146-9CA4-1A034CB8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C89C5-C980-4B21-A26A-CDCD0EC8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A  截断敏感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928BA-F64E-4215-843B-4FC8D01B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 PID 已经进入 candidate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但在 ndocs 截断时被移除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提高 ndocs 可能恢复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B125E-B48A-448D-A987-277C838E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old：3/9</a:t>
            </a:r>
          </a:p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independent：9/27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9D2E4-D013-4337-9399-FF06FB02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D34E2-38BA-44A7-AF26-1A1F3500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09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B  候选生成受限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AFB4B-F866-467D-827B-F05A8D6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1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 PID 一开始就没进入 candidate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提高 ndocs 也无法找回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需要改进 candidate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562D3-06FF-43AA-9945-FD48CE5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95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old：0/9</a:t>
            </a:r>
          </a:p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independent：3/27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108B7-F7E0-415C-A7B1-E9CBA245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EAF3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BBE43-A08F-42FD-BE1E-EAC53A1E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C  预算不敏感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9F33C-51A6-4E5C-90A3-4649E7C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低预算和高预算的 Recall 基本一致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且 candidate coverage 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增加预算通常是浪费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01F45-0FBB-4F53-868F-B388FA4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old：6/9</a:t>
            </a:r>
          </a:p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independent：14/27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FC19F-9EB6-43D9-8BF0-90FDFC6D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注意：三类标签不是完全互斥，query 106 同时包含 truncation 和 candidate-generation failure。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8F905-B384-442B-80BB-F220A42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63950-1641-4017-956C-92B3423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24648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FD575-ECCD-4BA5-A8B0-D7BF5EED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F20E8-B08D-4509-BA20-DC841F9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尝试一：静态 query feature predictor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96215-855D-48A8-9591-806642E7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用 query 本身的特征提前判断是否需要更大预算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78001ba1a49e3"/>
          <a:stretch xmlns:a="http://schemas.openxmlformats.org/drawingml/2006/main"/>
        </p:blipFill>
        <p:spPr>
          <a:xfrm xmlns:a="http://schemas.openxmlformats.org/drawingml/2006/main">
            <a:off x="666750" y="1693069"/>
            <a:ext cx="5619750" cy="30908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35FD1-2376-4EAD-BA9F-0D57036E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AUC 越接近 1，区分能力越强；0.5 接近随机。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A8C1A-FC71-462F-8CBC-22B7F2C7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尝试的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B65F8-01E2-45AD-8A64-9156E145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gap_p10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worst_token_gap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gap_mean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candidate density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30A8B-C492-4C53-B45D-02A4E9B0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4191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1C4A2-F0A5-43A0-BE34-D295E9A2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失败原因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7F350-5185-4FDA-BE8D-024A286E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old 上有效的特征，换到 independent 后区分能力下降。</a:t>
            </a:r>
          </a:p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阈值来自很少的 hard query，容易过拟合。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8A5FF-5068-443B-8300-0082CDC8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D8414-6AFA-4093-9F41-14E924F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91424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7E513-23B8-415B-9754-46E933D6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0A33D-0AA7-477F-B26F-F1835228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尝试二：运行时动态信号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5D657-7393-4D8D-BD53-1F216E8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搜索过程中观察结果是否已经稳定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c4f4319eb4292"/>
          <a:stretch xmlns:a="http://schemas.openxmlformats.org/drawingml/2006/main"/>
        </p:blipFill>
        <p:spPr>
          <a:xfrm xmlns:a="http://schemas.openxmlformats.org/drawingml/2006/main">
            <a:off x="662336" y="1428750"/>
            <a:ext cx="5819078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BB924-D0DF-419E-AE77-E637435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观察过的信号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93E32-2994-4AB1-B697-2C8442F3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candidate growth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TopK churn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candidate overlap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cutoff margin / tail slope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A691F-0D39-425B-83AC-5D64DC5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62375"/>
            <a:ext cx="4000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F6896-D626-4114-86A9-AE5385E2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为什么仍然失败？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5C5C5-18C0-4692-B725-B01D4490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100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9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有些信号由 ndocs 配额机械决定；</a:t>
            </a:r>
          </a:p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有些信号跨数据集方向不稳定；</a:t>
            </a:r>
          </a:p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有些信号只有 exact 之后才知道。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3D2EA-58B8-4272-B67D-E3BF845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695FE-DCCA-48DF-A7C2-2C4177B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10536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AEAED-A5AB-4243-B0B0-8B1F2E10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2325D-E2A8-4F12-9F12-A5871DA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尝试三：approximate → exact 两阶段方案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613AF-D71F-4C68-80D6-4B969DC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工程上可实现，但当前成本还不划算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4D9AD-A59F-4162-8ACA-30AE9299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E214-8495-4EA5-A5E7-4AC80BBE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400 approximate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7E35B-A4EF-432B-9279-AD2C1E95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3BA7E-C96D-4E53-BC47-847D18FD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74677-B41F-4537-A8C5-D19E02D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检查状态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056A1-F77A-428E-B0B2-0084014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ECCC0-26CF-4786-B6B2-FF5D5CD7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996D8-5823-4ECE-AC7E-D646A4A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512 / 1024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92790-5BDE-4217-99E0-DE006A9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A78AA-8B9F-4F5A-BE72-8FC820D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EAF3E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EB00B-BC2D-4E6F-94D1-AC2CACD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一次 exact finalize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40CF6-D085-41DB-9465-532DFBE2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Parity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EB4F2-8473-4596-B7BD-C22CB935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6-query gate：18/18 通过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Top100 结果与 full search 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53F22-6F33-41D3-A2E1-87D371EE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E7793-A1BD-4206-B74A-78CD33F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approximate + decision：约 8.25 ms/query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节省的 final refine：约 4.33 ms/query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C5079-7A91-409A-BFEE-9EC12FC4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476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83C67-C163-4F40-804D-C36880A9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71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B52FC-B688-421B-9FAF-3300B296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5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能跑通，但目前不省时。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2C53D-39BD-469A-AD3D-E65E9A3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2A0B7-9F93-4B0D-8028-0355C91A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1270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E6DDB-148E-4596-AB73-54322BC2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B4655-E77E-4753-A5CD-EE32B80F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独立集验证：当前 adaptive 还没有超过 Always1024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C1C87-3FA3-448D-BCDA-F6C65E54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冻结 old 规则后，在 independent query 上测试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be0557a3e4d79"/>
          <a:stretch xmlns:a="http://schemas.openxmlformats.org/drawingml/2006/main"/>
        </p:blipFill>
        <p:spPr>
          <a:xfrm xmlns:a="http://schemas.openxmlformats.org/drawingml/2006/main">
            <a:off x="666750" y="1630456"/>
            <a:ext cx="6191250" cy="37875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A1EBE-547E-4D64-90BA-0023D84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 runtime cohort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FC2E6-4BAD-46DE-B45A-00A22D1D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33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Adaptive Recall@100：0.886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Always1024 Recall@100：0.908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Adaptive 延迟：31.405 ms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Always1024 延迟：28.578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328B2-4D4C-4B08-B3A7-0D8568B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371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C69BE-0C1D-448E-A1C9-8D7998F5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当前 adaptive：质量更低，速度也更慢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C2840-DF2E-46F7-A388-D482602D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77D4F-F215-47E6-8D0E-2FEEB701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61977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3B0B5-523E-4A18-BBD0-2D3C11CF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31711-A3DE-42DE-B054-33511C9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最终结论与下一步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D44DC-36EB-4DEE-A05F-A4ECA0A3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现象已经确认，控制器还没有解决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2707D-3F73-4088-9B15-9729B24E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已经确认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C164-09B3-41BA-96B9-38F19E8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7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不同 query 对 ndocs 的敏感性不同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主要可恢复损失来自 candidate 之后的 truncation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candidate-generation failure 是独立的残余问题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两阶段接口可以通过 parity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D6D15-744C-498F-81F3-2BCC5528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还没有解决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651CF-57D8-4032-8213-C9B9A088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静态 feature 跨数据集稳定泛化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低成本、可靠的 online early signal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approximate checkpoint 的重复计算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candidate coverage 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9AEBD-C0FB-4335-9722-D3A4A025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10477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DB05-6D22-4119-B7D5-958117AF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Query-dependent budget sensitivity exists, but reliable and low-cost adaptive control remains unsolved.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A8D3C-2618-4C7A-B3C4-2130063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下一步：降低 checkpoint 成本；独立提升 candidate coverage；在更大 held-out 集上重新验证。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63BA5-28B8-4245-B0FB-EA5727E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C8B13-91ED-4C30-9FF4-AD9743E4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70829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5314E-E790-4759-9A09-9F65350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953B6-F42E-427A-B555-4B8E7DD5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全 CPU 流程：先排除 GPU–CPU 传输干扰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BDA3C-F54D-421C-A3BD-82C5E66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candidate generation、approximate、decision、exact refine 全部在 CPU 上执行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3F623-C8DE-4142-A9E7-B1804B4B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 数据集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0e334e4c02465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26673-8620-4104-AF1A-FBEF1D40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Recall@100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0" y="1762125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9a184946104d0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33660-D43D-46E1-835A-C11AC7EC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平均延迟（ms）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66B59-C139-4A94-A42A-445FD70D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81625"/>
            <a:ext cx="8382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56B80-DF86-4CD1-9A1D-566C766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3402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HybridAdaptive 已经可以在线运行，但 independent 上质量低于 fixed1024，延迟也更高。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D768B-AAF6-4509-9688-19BF442C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8496B-9ECA-450B-B61C-914637A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8726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5EB48-6CAE-4488-8F53-1674B6A7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D6F19-B06F-487A-84A4-DDD9AC91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新数据集验证：LOTTE lifestyle/dev 全量 417 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DAB7C-EB60-49A2-BA64-A8357155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同一套全 CPU HybridAdaptive 在新数据集上继续验证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D8724-EB82-4A80-9BAB-BF16CDBC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Recall@100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5238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f98ff01e2c45f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61F9E-7193-487A-AC3E-4164750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81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平均延迟（ms）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c744945c3b4e8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FC70-22DB-42CE-B73B-ACBCAB7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3333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D279F-DDAA-476C-84A8-45EA073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预算分配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1174E-2C34-468D-BEB2-3B03700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stop400：29.0%</a:t>
            </a:r>
          </a:p>
          <a:p xmlns:a="http://schemas.openxmlformats.org/drawingml/2006/main">
            <a:pPr>
              <a:defRPr sz="12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continue1024：71.0%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C784E-3773-4497-8611-827271ED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6762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1CCFB-2074-4434-A6DC-881900C9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38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候选生成受限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4FA02-C51A-4183-8141-966825B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38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92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105 / 417 query 的 candidate coverage 不完整；平均候选覆盖上限 0.8867。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96B38-4660-432E-91E2-DE5E9DB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52522-DB32-435F-B184-7B3ADDBA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70588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B5874-C0B0-49F8-A2F5-199B0240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3B909-F50D-4FF3-A999-6F95646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相关论文复现与研究路线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2C137-5A4B-4C81-8490-DEE6A3E6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已完成机制对照，论文级完整复现仍受环境和数据限制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8FF13-D0BA-4C95-84C3-BCA2BAD2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论文参考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9B590-303E-4FD1-8DD7-4C84EBBC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LAET：早停信号与 learned termination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DARTH：按目标 Recall 预测是否继续搜索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OMEGA：多 K、搜索轨迹和统计预测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D911F-960F-4F95-912D-32BD3EFC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当前进度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DAF20-91D7-426A-AFDE-4C8465A5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已拉取三篇论文官方代码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已检查数据和依赖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已完成 CPU 编译排查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尚未完成论文级完整复现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9A3B1-4F8F-4D8E-9F86-F2318C3A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572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A6948-061C-43CA-829E-D25FBC09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下一步优先级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DD3B6-263C-427C-85B3-3D2FB6A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7670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1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先降低 checkpoint 成本，再做可用的 candidate coverage 代理，最后在更大的 held-out query 集上重新验证。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70ACC-0BF8-4299-AEF6-D0DBF21A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572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45F02-7EDA-48BC-AE39-A47E3A27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102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最终结论：query-dependent budget sensitivity 已确认，但可靠且低成本的 adaptive control 仍未解决。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7D085-74DD-4DE6-9AF1-BAAF3B6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10417-BA96-4FC1-B437-3271D1AB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6970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2026-10-06T03:34:41.1550000Z</dcterms:created>
  <dcterms:modified xsi:type="dcterms:W3CDTF">2026-10-06T03:34:41.1560000Z</dcterms:modified>
</coreProperties>
</file>