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da2c4010f14644" /><Relationship Type="http://schemas.openxmlformats.org/officeDocument/2006/relationships/extended-properties" Target="/docProps/app.xml" Id="R71307024b30f4d87" /><Relationship Type="http://schemas.openxmlformats.org/officeDocument/2006/relationships/officeDocument" Target="/ppt/presentation.xml" Id="Re14b57ee0a1e45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8ba3268a514a37"/>
  </p:sldMasterIdLst>
  <p:notesMasterIdLst>
    <p:notesMasterId xmlns:r="http://schemas.openxmlformats.org/officeDocument/2006/relationships" r:id="R3232dddaab9a4661"/>
  </p:notesMasterIdLst>
  <p:sldIdLst>
    <p:sldId xmlns:r="http://schemas.openxmlformats.org/officeDocument/2006/relationships" id="256" r:id="Ra984d4a3f6e64603"/>
    <p:sldId xmlns:r="http://schemas.openxmlformats.org/officeDocument/2006/relationships" id="257" r:id="R32d8394b5189414c"/>
    <p:sldId xmlns:r="http://schemas.openxmlformats.org/officeDocument/2006/relationships" id="258" r:id="R818fe0873eb34761"/>
    <p:sldId xmlns:r="http://schemas.openxmlformats.org/officeDocument/2006/relationships" id="259" r:id="R5c43dc50607342d4"/>
    <p:sldId xmlns:r="http://schemas.openxmlformats.org/officeDocument/2006/relationships" id="260" r:id="R49d9bd97aab348ab"/>
    <p:sldId xmlns:r="http://schemas.openxmlformats.org/officeDocument/2006/relationships" id="261" r:id="R3c9c7a915f5d46d9"/>
    <p:sldId xmlns:r="http://schemas.openxmlformats.org/officeDocument/2006/relationships" id="262" r:id="R638568bde2064c39"/>
    <p:sldId xmlns:r="http://schemas.openxmlformats.org/officeDocument/2006/relationships" id="263" r:id="R4098ae194b5340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98daafd0554e2b" /><Relationship Type="http://schemas.openxmlformats.org/officeDocument/2006/relationships/slideMaster" Target="/ppt/slideMasters/slideMaster1.xml" Id="Rfb8ba3268a514a37" /><Relationship Type="http://schemas.openxmlformats.org/officeDocument/2006/relationships/notesMaster" Target="/ppt/notesMasters/notesMaster1.xml" Id="R3232dddaab9a4661" /><Relationship Type="http://schemas.openxmlformats.org/officeDocument/2006/relationships/presProps" Target="/ppt/presProps.xml" Id="Re521f729e7ad42ca" /><Relationship Type="http://schemas.openxmlformats.org/officeDocument/2006/relationships/tableStyles" Target="/ppt/tableStyles.xml" Id="R44caa73b03d043a3" /><Relationship Type="http://schemas.openxmlformats.org/officeDocument/2006/relationships/slide" Target="/ppt/slides/slide1.xml" Id="Ra984d4a3f6e64603" /><Relationship Type="http://schemas.openxmlformats.org/officeDocument/2006/relationships/slide" Target="/ppt/slides/slide2.xml" Id="R32d8394b5189414c" /><Relationship Type="http://schemas.openxmlformats.org/officeDocument/2006/relationships/slide" Target="/ppt/slides/slide3.xml" Id="R818fe0873eb34761" /><Relationship Type="http://schemas.openxmlformats.org/officeDocument/2006/relationships/slide" Target="/ppt/slides/slide4.xml" Id="R5c43dc50607342d4" /><Relationship Type="http://schemas.openxmlformats.org/officeDocument/2006/relationships/slide" Target="/ppt/slides/slide5.xml" Id="R49d9bd97aab348ab" /><Relationship Type="http://schemas.openxmlformats.org/officeDocument/2006/relationships/slide" Target="/ppt/slides/slide6.xml" Id="R3c9c7a915f5d46d9" /><Relationship Type="http://schemas.openxmlformats.org/officeDocument/2006/relationships/slide" Target="/ppt/slides/slide7.xml" Id="R638568bde2064c39" /><Relationship Type="http://schemas.openxmlformats.org/officeDocument/2006/relationships/slide" Target="/ppt/slides/slide8.xml" Id="R4098ae194b5340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0f8967e9e74a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5605deb162419c" /><Relationship Type="http://schemas.openxmlformats.org/officeDocument/2006/relationships/notesMaster" Target="/ppt/notesMasters/notesMaster1.xml" Id="Rfe241c74122041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95192515144f84" /><Relationship Type="http://schemas.openxmlformats.org/officeDocument/2006/relationships/notesMaster" Target="/ppt/notesMasters/notesMaster1.xml" Id="R907de9242f8b4a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6d552d1b1d4ae1" /><Relationship Type="http://schemas.openxmlformats.org/officeDocument/2006/relationships/notesMaster" Target="/ppt/notesMasters/notesMaster1.xml" Id="Rb759867f7d3d42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144fd09d3b4053" /><Relationship Type="http://schemas.openxmlformats.org/officeDocument/2006/relationships/notesMaster" Target="/ppt/notesMasters/notesMaster1.xml" Id="R1cfc42a3427945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5d340f6d8a4ddd" /><Relationship Type="http://schemas.openxmlformats.org/officeDocument/2006/relationships/notesMaster" Target="/ppt/notesMasters/notesMaster1.xml" Id="R8dc2359b00774c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4411bbc2eb4347" /><Relationship Type="http://schemas.openxmlformats.org/officeDocument/2006/relationships/notesMaster" Target="/ppt/notesMasters/notesMaster1.xml" Id="Reb2f6f9022c54a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58941866de45a1" /><Relationship Type="http://schemas.openxmlformats.org/officeDocument/2006/relationships/notesMaster" Target="/ppt/notesMasters/notesMaster1.xml" Id="R9d91f79f989048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c552a496c64bc9" /><Relationship Type="http://schemas.openxmlformats.org/officeDocument/2006/relationships/notesMaster" Target="/ppt/notesMasters/notesMaster1.xml" Id="Rd5c5d364d2e641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这一版只覆盖 9 月 27 日之后的工作，不再展开前期 query 难度和静态特征的完整历史。重点是 CPU 化、新数据集、最新对比结果，以及论文复现准备。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这一页先交代范围：9 月 27 日之后，工作重点从机制总结转到工程验证和环境控制。我们专门检查了 GPU/CPU 的影响，把全流程放到 CPU，并用服务器上新的 LOTTE lifestyle/dev 数据集跑了 417 个 query。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这里回答学长之前的疑问：是的，原先 adaptive 的判断可能涉及 CPU 和 GPU 之间的同步或传输。9 月 27 日之后我们把候选、判断、最终精确计算统一到 CPU，先排除跨设备传输造成的干扰。但这并不意味着 adaptive 一定更快，因为近似检查本身还需要时间。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这是全 CPU 的 independent 对比。固定 1024 的 Recall 是 0.9080，HybridAdaptive 是 0.8793；延迟也从 41.71 ms 增加到 60.40 ms。说明把 GPU/CPU 传输去掉以后，当前 adaptive 仍然没有超过 fixed1024，主要瓶颈转移到了近似阶段自身。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LOTTE 是新的验证环境，不是前面的 old/independent 小集合。全量 417 个 query 上，HybridAdaptive Recall 0.7130，低于 fixed1024 的 0.7213；延迟 76.99 ms，明显高于 fixed400、fixed512 和 fixed1024。策略最终有 29% 停在 400，71% 继续到 1024，没有停在 512。另有 105 个 query 候选覆盖不完整，这类问题不是简单增大 ndocs 能修复的。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这页是后 9 月 27 日工作的主要分析结论。CPU 化之后，质量问题仍然由候选覆盖和预算选择共同决定；速度问题则主要来自近似检查重复计算。也就是说，不能只把判断从 GPU 搬到 CPU 就认为问题解决了。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这一页不要按三篇论文分别讲，而是按当前研究的问题讲。LAET 对应你要找的早停信号，DARTH 对应目标 Recall 驱动的预算决策，OMEGA 对应多预算和增量搜索。三篇论文共同启发了后续路线，但也帮助我们看清：PLAID 的候选生成漏召回是额外瓶颈，不能只靠停止策略解决。当前已经完成代码、依赖和数据要求检查，但没有完成论文指定数据上的完整数值复现。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最后强调：这段时间的价值不在于 adaptive 已经成功，而在于我们把 CPU 环境、新数据集和候选覆盖问题都验证清楚了。后续最值得做的是降低 checkpoint 成本、提升候选覆盖，再重新设计停止策略。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3d01df5c7546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26d3bb99f143d3" /><Relationship Type="http://schemas.openxmlformats.org/officeDocument/2006/relationships/slideLayout" Target="/ppt/slideLayouts/slideLayout1.xml" Id="R1f5f31cf25ff4c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5f31cf25ff4c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27f55b12e426b" /><Relationship Type="http://schemas.openxmlformats.org/officeDocument/2006/relationships/notesSlide" Target="/ppt/notesSlides/notesSlide1.xml" Id="R1bedd4ae060e42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8e289fb504642" /><Relationship Type="http://schemas.openxmlformats.org/officeDocument/2006/relationships/notesSlide" Target="/ppt/notesSlides/notesSlide2.xml" Id="Re246b094633649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5489e33394550" /><Relationship Type="http://schemas.openxmlformats.org/officeDocument/2006/relationships/notesSlide" Target="/ppt/notesSlides/notesSlide3.xml" Id="Re450d89f64da4e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e12fb1da94f56" /><Relationship Type="http://schemas.openxmlformats.org/officeDocument/2006/relationships/chart" Target="/ppt/slides/charts/chart1.xml" Id="R0de55ad1e8134f9b" /><Relationship Type="http://schemas.openxmlformats.org/officeDocument/2006/relationships/chart" Target="/ppt/slides/charts/chart2.xml" Id="Re6042ba96d334816" /><Relationship Type="http://schemas.openxmlformats.org/officeDocument/2006/relationships/notesSlide" Target="/ppt/notesSlides/notesSlide4.xml" Id="Rd7c20b9056494e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c1c0ae7de415d" /><Relationship Type="http://schemas.openxmlformats.org/officeDocument/2006/relationships/chart" Target="/ppt/slides/charts/chart3.xml" Id="R05c08b7c03fb4834" /><Relationship Type="http://schemas.openxmlformats.org/officeDocument/2006/relationships/chart" Target="/ppt/slides/charts/chart4.xml" Id="R026aae0baa8c46f0" /><Relationship Type="http://schemas.openxmlformats.org/officeDocument/2006/relationships/notesSlide" Target="/ppt/notesSlides/notesSlide5.xml" Id="Rb66f63fc3e4049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c8bc9f73940be" /><Relationship Type="http://schemas.openxmlformats.org/officeDocument/2006/relationships/notesSlide" Target="/ppt/notesSlides/notesSlide6.xml" Id="R2ea36db80b234a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7e96b790744f7" /><Relationship Type="http://schemas.openxmlformats.org/officeDocument/2006/relationships/notesSlide" Target="/ppt/notesSlides/notesSlide7.xml" Id="R4ed2bdc802c54c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0e5e2aac24445" /><Relationship Type="http://schemas.openxmlformats.org/officeDocument/2006/relationships/notesSlide" Target="/ppt/notesSlides/notesSlide8.xml" Id="Rb3d9a268c4be4b1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Recall@100</c:v>
          </c:tx>
          <c:spPr>
            <a:solidFill xmlns:a="http://schemas.openxmlformats.org/drawingml/2006/main">
              <a:srgbClr val="2E6F95"/>
            </a:solidFill>
          </c:spPr>
          <c:cat>
            <c:strRef>
              <c:f>'Chart Data'!$A$2:$A$5</c:f>
              <c:strCache>
                <c:ptCount val="4"/>
                <c:pt idx="0">
                  <c:v>fixed400</c:v>
                </c:pt>
                <c:pt idx="1">
                  <c:v>fixed512</c:v>
                </c:pt>
                <c:pt idx="2">
                  <c:v>fixed1024</c:v>
                </c:pt>
                <c:pt idx="3">
                  <c:v>HybridAdaptive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0.8502</c:v>
                </c:pt>
                <c:pt idx="1">
                  <c:v>0.8754</c:v>
                </c:pt>
                <c:pt idx="2">
                  <c:v>0.908</c:v>
                </c:pt>
                <c:pt idx="3">
                  <c:v>0.8793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延迟(ms)</c:v>
          </c:tx>
          <c:spPr>
            <a:solidFill xmlns:a="http://schemas.openxmlformats.org/drawingml/2006/main">
              <a:srgbClr val="E38B3A"/>
            </a:solidFill>
          </c:spPr>
          <c:cat>
            <c:strRef>
              <c:f>'Chart Data'!$A$2:$A$5</c:f>
              <c:strCache>
                <c:ptCount val="4"/>
                <c:pt idx="0">
                  <c:v>fixed400</c:v>
                </c:pt>
                <c:pt idx="1">
                  <c:v>fixed512</c:v>
                </c:pt>
                <c:pt idx="2">
                  <c:v>fixed1024</c:v>
                </c:pt>
                <c:pt idx="3">
                  <c:v>HybridAdaptive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36.26</c:v>
                </c:pt>
                <c:pt idx="1">
                  <c:v>37.55</c:v>
                </c:pt>
                <c:pt idx="2">
                  <c:v>41.71</c:v>
                </c:pt>
                <c:pt idx="3">
                  <c:v>60.4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Recall@100</c:v>
          </c:tx>
          <c:spPr>
            <a:solidFill xmlns:a="http://schemas.openxmlformats.org/drawingml/2006/main">
              <a:srgbClr val="3E8E9E"/>
            </a:solidFill>
          </c:spPr>
          <c:cat>
            <c:strRef>
              <c:f>'Chart Data'!$A$2:$A$5</c:f>
              <c:strCache>
                <c:ptCount val="4"/>
                <c:pt idx="0">
                  <c:v>fixed400</c:v>
                </c:pt>
                <c:pt idx="1">
                  <c:v>fixed512</c:v>
                </c:pt>
                <c:pt idx="2">
                  <c:v>fixed1024</c:v>
                </c:pt>
                <c:pt idx="3">
                  <c:v>HybridAdaptive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0.6922</c:v>
                </c:pt>
                <c:pt idx="1">
                  <c:v>0.7065</c:v>
                </c:pt>
                <c:pt idx="2">
                  <c:v>0.7213</c:v>
                </c:pt>
                <c:pt idx="3">
                  <c:v>0.713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延迟(ms)</c:v>
          </c:tx>
          <c:spPr>
            <a:solidFill xmlns:a="http://schemas.openxmlformats.org/drawingml/2006/main">
              <a:srgbClr val="E38B3A"/>
            </a:solidFill>
          </c:spPr>
          <c:cat>
            <c:strRef>
              <c:f>'Chart Data'!$A$2:$A$5</c:f>
              <c:strCache>
                <c:ptCount val="4"/>
                <c:pt idx="0">
                  <c:v>fixed400</c:v>
                </c:pt>
                <c:pt idx="1">
                  <c:v>fixed512</c:v>
                </c:pt>
                <c:pt idx="2">
                  <c:v>fixed1024</c:v>
                </c:pt>
                <c:pt idx="3">
                  <c:v>HybridAdaptive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39.87</c:v>
                </c:pt>
                <c:pt idx="1">
                  <c:v>40.92</c:v>
                </c:pt>
                <c:pt idx="2">
                  <c:v>44.75</c:v>
                </c:pt>
                <c:pt idx="3">
                  <c:v>76.99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5058D-6260-49FF-866F-8FE13F6A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885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9/27之后</a:t>
            </a:r>
          </a:p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PLAID 自适应检索工作进展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F7BC0-5DA8-4D92-8E8E-CADF04B4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FE3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FE3EF"/>
                </a:solidFill>
                <a:latin typeface="Microsoft YaHei"/>
                <a:ea typeface="Microsoft YaHei"/>
                <a:cs typeface="Microsoft YaHei"/>
              </a:rPr>
              <a:t>只汇报 9 月 27 日（含）之后完成的工作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6EDD8-718C-4464-9522-E3DFD300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809625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244968"/>
          </a:solidFill>
          <a:ln xmlns:a="http://schemas.openxmlformats.org/drawingml/2006/main" w="9525">
            <a:solidFill>
              <a:srgbClr val="24496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44995-86FB-447A-9C40-ADB2858E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74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主线：从 GPU/CPU 成本问题出发，跑通全 CPU 流程，并在新数据集上验证结果。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41FF4-4165-4FF5-9C2F-6D8E4532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6CBD8"/>
                </a:solidFill>
                <a:latin typeface="Microsoft YaHei"/>
                <a:ea typeface="Microsoft YaHei"/>
                <a:cs typeface="Microsoft YaHei"/>
              </a:rPr>
              <a:t>组会汇报</a:t>
            </a:r>
          </a:p>
        </p:txBody>
      </p:sp>
    </p:spTree>
    <p:extLst>
      <p:ext uri="{BB962C8B-B14F-4D97-AF65-F5344CB8AC3E}">
        <p14:creationId xmlns:p14="http://schemas.microsoft.com/office/powerpoint/2010/main" val="4523428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15B94D-7162-45EC-97CD-0A968C43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CDFF4-ACC7-4089-9E2D-B8CD0DA6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这段时间主要完成了什么？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96FD9-2E08-4C9C-8DE8-A42A6555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工作范围：CPU 化、服务器新数据集、两阶段 adaptive、论文调研准备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6A5EA-EFD8-4F49-BE1C-9E237A96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3143250" cy="1666875"/>
          </a:xfrm>
          <a:prstGeom xmlns:a="http://schemas.openxmlformats.org/drawingml/2006/main" prst="roundRect">
            <a:avLst>
              <a:gd name="adj" fmla="val 10286"/>
            </a:avLst>
          </a:prstGeom>
          <a:solidFill xmlns:a="http://schemas.openxmlformats.org/drawingml/2006/main">
            <a:srgbClr val="E9F2F7"/>
          </a:solidFill>
          <a:ln xmlns:a="http://schemas.openxmlformats.org/drawingml/2006/main" w="9525">
            <a:solidFill>
              <a:srgbClr val="E9F2F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479E3-4DCA-438E-A140-E3194B96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6F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E6F95"/>
                </a:solidFill>
                <a:latin typeface="Microsoft YaHei"/>
                <a:ea typeface="Microsoft YaHei"/>
                <a:cs typeface="Microsoft YaHei"/>
              </a:rPr>
              <a:t>1 运行环境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24991-C9E2-450E-A9FC-6FE07849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257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833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确认服务器可用</a:t>
            </a:r>
          </a:p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把候选生成、近似检查、最终精确计算都放到 CPU 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9FD5F-D24B-4E90-B9EB-AA3890BB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76375"/>
            <a:ext cx="3143250" cy="1666875"/>
          </a:xfrm>
          <a:prstGeom xmlns:a="http://schemas.openxmlformats.org/drawingml/2006/main" prst="roundRect">
            <a:avLst>
              <a:gd name="adj" fmla="val 10286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9525">
            <a:solidFill>
              <a:srgbClr val="FFF2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513E8-A170-462E-9446-72D3F36D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rPr>
              <a:t>2 新数据集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47334-FE6C-4926-9143-C66C8A47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43125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62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LOTTE lifestyle/dev</a:t>
            </a:r>
          </a:p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268,893 篇文档，417 个 query</a:t>
            </a:r>
          </a:p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全量 CPU 跑通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8A2E1-3472-447B-926D-8AC787B5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76375"/>
            <a:ext cx="3143250" cy="1666875"/>
          </a:xfrm>
          <a:prstGeom xmlns:a="http://schemas.openxmlformats.org/drawingml/2006/main" prst="roundRect">
            <a:avLst>
              <a:gd name="adj" fmla="val 10286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EAF4E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DBBC1-6F76-45A0-B243-31104863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F8A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4F8A6B"/>
                </a:solidFill>
                <a:latin typeface="Microsoft YaHei"/>
                <a:ea typeface="Microsoft YaHei"/>
                <a:cs typeface="Microsoft YaHei"/>
              </a:rPr>
              <a:t>3 研究对照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A968DF-25C1-4D8A-812A-C198B14A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43125"/>
            <a:ext cx="257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7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fixed400 / fixed512 / fixed1024</a:t>
            </a:r>
          </a:p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HybridAdaptive</a:t>
            </a:r>
          </a:p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LAET / DARTH / OMEGA 关系梳理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92F067-BDE5-4378-9DA0-E4FA82FD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08585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FBEC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9C1C17-2CB0-47E9-99BB-12DC18F9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481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rPr>
              <a:t>重要边界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BB184E-ECC7-45DC-BF54-4947B7B5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48125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论文部分目前完成代码、依赖和数据要求检查，尚未完成原论文级完整复现；因此不把 PLAID 结果包装成 LAET/DARTH/OMEGA 的论文复现结果。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C8A935-83E9-48DC-B89F-93AB7181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PLAID · 9/27之后工作进展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305CDC-B73F-40E5-8104-5AF6AB3E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02275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87EC9D-8932-43E0-86B4-569F6432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ADABF-CAAA-4ACC-A2CD-900BD914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全 CPU 流程已经跑通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49A2C-2E8D-4189-AB43-1CF9C016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消除了 GPU→CPU 判断传输这一类跨设备成本，但近似检查本身仍然有开销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97C8D-A716-4E85-87A6-177F8461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209550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2E6F95"/>
          </a:solidFill>
          <a:ln xmlns:a="http://schemas.openxmlformats.org/drawingml/2006/main" w="9525">
            <a:solidFill>
              <a:srgbClr val="2E6F9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DA4FF-5842-4AE0-8AF7-F736C65C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候选生成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EABDB-D9AE-4057-BEF2-9F586E3A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3837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623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9098B-0F05-4F36-9D3B-AC8DF229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05000"/>
            <a:ext cx="209550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38B3A"/>
          </a:solidFill>
          <a:ln xmlns:a="http://schemas.openxmlformats.org/drawingml/2006/main" w="9525">
            <a:solidFill>
              <a:srgbClr val="E38B3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377EE-9C32-4118-9937-A4F41869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近似筛选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86DC3-794A-4B32-BC55-8CE6B6D2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3837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623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909DE-280F-473F-853B-78CD52EE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209550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C95C5C"/>
          </a:solidFill>
          <a:ln xmlns:a="http://schemas.openxmlformats.org/drawingml/2006/main" w="9525">
            <a:solidFill>
              <a:srgbClr val="C95C5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2E8B6-D6A5-4049-9FD8-B5D98F5F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A59944-52F0-472D-BBF4-C0D9CABB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623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A6296E-C05D-4ED5-92C1-C97CEC97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05000"/>
            <a:ext cx="209550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4F8A6B"/>
          </a:solidFill>
          <a:ln xmlns:a="http://schemas.openxmlformats.org/drawingml/2006/main" w="9525">
            <a:solidFill>
              <a:srgbClr val="4F8A6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913FD-9E81-44E6-9039-E685D4FB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66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最终精确计算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F5CCBA-DFB0-496A-A69C-9D9F0579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102870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E9F2F7"/>
          </a:solidFill>
          <a:ln xmlns:a="http://schemas.openxmlformats.org/drawingml/2006/main" w="9525">
            <a:solidFill>
              <a:srgbClr val="E9F2F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E9FB27-D1C6-46E0-93D9-ED6E4766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481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6F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E6F95"/>
                </a:solidFill>
                <a:latin typeface="Microsoft YaHei"/>
                <a:ea typeface="Microsoft YaHei"/>
                <a:cs typeface="Microsoft YaHei"/>
              </a:rPr>
              <a:t>这次解决了什么？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4AD3B4-105D-4400-BF31-0DB8689A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48125"/>
            <a:ext cx="714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7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不再把判断阶段放在 GPU 后再传回 CPU；统一用 CPU 跑完一条完整查询链路。这样测到的延迟更接近“纯 CPU 系统”的真实成本。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E034B2-F270-4C5F-A6CC-503E8B5F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28700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9525">
            <a:solidFill>
              <a:srgbClr val="FFF2E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FD6F9E-7231-408B-8736-6817376A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46735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但代价是：近似阶段会重新做一部分候选/分数计算，后面结果显示它可能抵消节省的精确计算。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46DCBB-C09B-41EC-9B89-6CDC69B9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PLAID · 9/27之后工作进展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B956E0-62C6-4D93-BA3F-584570BA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39029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4237F-01DC-4B5A-ACD0-6DF40E14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5C972-9862-4B1D-8C03-E173CE32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独立 query：当前 CPU 自适应仍未超过 fixed1024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55C76-06AF-4974-B1EB-53262952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independent cohort；4 种策略在同一 CPU 环境下比较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5334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e55ad1e8134f9b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191250" y="1619250"/>
          <a:ext xmlns:a="http://schemas.openxmlformats.org/drawingml/2006/main" cx="5334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042ba96d33481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3BA7C-2EA1-4612-9A10-9E02C541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FBEC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27D0E-412C-4543-8377-D6090302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863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rPr>
              <a:t>结论：HybridAdaptive Recall 0.8793 &lt; fixed1024 0.9080；延迟 60.40 ms &gt; fixed1024 41.71 ms。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CCBF6-856B-4B60-8852-0029914A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PLAID · 9/27之后工作进展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D5077-3D5B-41A5-A59A-EEE4F794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10707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7DB51A-2807-4895-8AA3-80AF332D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8C926-AEEB-4D66-8A40-8716F200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LOTTE lifestyle/dev：新数据集上结论一致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F44B8-E292-4E1B-850F-B7FF6C5E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全量 417 query；268,893 篇文档；CPU 运行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23875" y="1524000"/>
          <a:ext xmlns:a="http://schemas.openxmlformats.org/drawingml/2006/main" cx="50482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c08b7c03fb4834"/>
          </a:graphicData>
        </a:graphic>
      </p:graphicFrame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53125" y="1524000"/>
          <a:ext xmlns:a="http://schemas.openxmlformats.org/drawingml/2006/main" cx="50482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6aae0baa8c46f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266C6-FEDA-4972-A51A-03EC2C12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10125"/>
            <a:ext cx="49530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9525">
            <a:solidFill>
              <a:srgbClr val="FFF2E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B9C153-ADB1-4615-B4F7-00C0A7E2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rPr>
              <a:t>预算分配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34B1B-94D6-44DA-B428-46D5B928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8157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211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stop400：29.0%</a:t>
            </a:r>
          </a:p>
          <a:p xmlns:a="http://schemas.openxmlformats.org/drawingml/2006/main">
            <a:pPr>
              <a:def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continue1024：71.0%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5BC27-5205-44ED-84A3-5B4E0262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810125"/>
            <a:ext cx="50482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FBEC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CBC869-41F9-472D-A1F3-AE6EFD9E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006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rPr>
              <a:t>候选覆盖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77141B-8A20-4B8B-8F30-4995077C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9815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211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105 / 417 query 覆盖不完整</a:t>
            </a:r>
          </a:p>
          <a:p xmlns:a="http://schemas.openxmlformats.org/drawingml/2006/main">
            <a:pPr>
              <a:def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平均覆盖上限 0.8867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BABD7-3683-43D3-9D5B-244FC6F9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PLAID · 9/27之后工作进展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F44BD-0A6E-4DF5-8CAC-98F01BD6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328560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85B8E6-E3A6-4540-AA45-2871BA18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4E9BB-C254-4EF5-8560-B5F8029A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为什么 adaptive 仍然失败？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790D2-E904-4D30-9F38-F73F6E0F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新数据上的失败可以拆成两类：候选覆盖上限 + 近似检查成本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66C27-8AFB-4F33-813F-F17F8135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47625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FBEC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1C6F8-492E-43C6-9816-3C645FC6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rPr>
              <a:t>质量损失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35493-6326-4E52-A465-4742F0A9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3810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936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① 相关 PID 在 candidate generation 阶段就没进入候选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② 这种 query 增大 ndocs 也找不回来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③ adaptive 不能突破候选覆盖上限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BC151E-C3CD-4003-88B3-EB951A82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24000"/>
            <a:ext cx="47625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9525">
            <a:solidFill>
              <a:srgbClr val="FFF2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1BF17-B73A-474A-A2AB-51EABBB6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09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rPr>
              <a:t>速度损失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7FA9E3-2836-4A42-9DD3-D456F5A3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86000"/>
            <a:ext cx="3810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74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① 先跑 400 的近似阶段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② 再做状态判断和可能的增量计算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③ 最后仍需精确计算，重复成本抵消节省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70B303-EE85-4414-B59A-CF68642D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1085850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9F2F7"/>
          </a:solidFill>
          <a:ln xmlns:a="http://schemas.openxmlformats.org/drawingml/2006/main" w="9525">
            <a:solidFill>
              <a:srgbClr val="E9F2F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F28DC-C03E-4E76-91C5-C3BF77AA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6F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E6F95"/>
                </a:solidFill>
                <a:latin typeface="Microsoft YaHei"/>
                <a:ea typeface="Microsoft YaHei"/>
                <a:cs typeface="Microsoft YaHei"/>
              </a:rPr>
              <a:t>机制结论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C57A32-B2CA-481F-A762-987F6DF9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1487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329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全 CPU 只解决了跨设备测量干扰，没有解决 adaptive 的核心问题：信号是否足够可靠，以及检查本身是否足够便宜。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9053A-280C-4995-8517-B7295B7B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PLAID · 9/27之后工作进展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F7C2FA-DABD-4211-9140-AC04B2DF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513646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C85009-191C-4731-9913-1F7414CC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1A82A-D73E-48E0-A6A9-F7E96DCB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三篇论文对当前 PLAID 研究的直接启发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FEE01-519B-4867-8D6C-A7CCD751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不把论文单独当作复现结果，而是把它们映射到当前三个瓶颈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EF415-F7F1-42CF-B7EB-992CD39F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34290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F2F7"/>
          </a:solidFill>
          <a:ln xmlns:a="http://schemas.openxmlformats.org/drawingml/2006/main" w="9525">
            <a:solidFill>
              <a:srgbClr val="E9F2F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4891C-3475-4CD6-8746-BAEA6DDF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6F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E6F95"/>
                </a:solidFill>
                <a:latin typeface="Microsoft YaHei"/>
                <a:ea typeface="Microsoft YaHei"/>
                <a:cs typeface="Microsoft YaHei"/>
              </a:rPr>
              <a:t>LAET → 早停信号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4B26D-9E10-47FB-9E52-C1CF2E50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2809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232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论文做法：利用搜索中间状态判断是否可停止。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对应当前：cutoff margin、overlap、tail slope 等在线信号。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暴露的问题：信号必须低成本且跨数据集稳定。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1056E-5FA1-4016-A756-C4860B23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34290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9525">
            <a:solidFill>
              <a:srgbClr val="FFF2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E8226-CEA8-4F4A-A474-1D12C7EE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14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38B3A"/>
                </a:solidFill>
                <a:latin typeface="Microsoft YaHei"/>
                <a:ea typeface="Microsoft YaHei"/>
                <a:cs typeface="Microsoft YaHei"/>
              </a:rPr>
              <a:t>DARTH → 目标 Recall 决策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40F4D-DE65-4EC1-9DBE-D14F45C9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809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232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论文做法：围绕目标 Recall 决定继续搜索，并控制检查频率。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对应当前：stop400 / stop512 / continue1024。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暴露的问题：判断开销可能超过省下的精确计算。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3274AF-06E3-4D61-AD8B-B6339367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28750"/>
            <a:ext cx="34290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EAF4E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27F39-6AA8-43D4-AA32-E2A97317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14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F8A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4F8A6B"/>
                </a:solidFill>
                <a:latin typeface="Microsoft YaHei"/>
                <a:ea typeface="Microsoft YaHei"/>
                <a:cs typeface="Microsoft YaHei"/>
              </a:rPr>
              <a:t>OMEGA → 增量多预算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ED4D4A-AAF7-45EA-A115-3545544B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38375"/>
            <a:ext cx="2809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55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论文做法：一个模型支持多 K，并预测继续搜索的剩余收益。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对应当前：400→512→1024 的增量预算。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暴露的问题：候选生成一开始漏掉 PID，后续增量也救不回来。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247008-DF8D-4538-99B9-0B210B3C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29125"/>
            <a:ext cx="1114425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FBEC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C0C833-8DB5-4DC7-AD23-0EA49C4B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148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rPr>
              <a:t>联动结论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E28CD5-49A5-46C0-B870-56376317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71487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333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这些论文帮助我们明确：当前 adaptive 不是只有 policy 问题，还同时受“信号成本”和“候选覆盖”限制。下一步应先做增量候选和低成本 checkpoint，再借鉴目标 Recall 早停。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B168E6-EE23-4428-8904-57E72976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PLAID · 9/27之后工作进展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7CE149-2F9B-4EED-A092-D843EDA9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984947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AB531-A480-4C32-BC07-710E6051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157D3-93DB-4811-9D24-62DA9AC7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阶段性结论与下一步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4303E-4F0F-446E-A267-5449A25F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只总结 9/27 之后的结果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54C72-5FE4-451F-9FAF-4D822EC2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F8A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4F8A6B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99B81-8494-44BA-92DF-0F5AFBA8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✓ 全 CPU PLAID 查询链路跑通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✓ independent cohort 完成 fixed / adaptive 对比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✓ LOTTE lifestyle/dev 417 query 全量 CPU 跑通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✓ 找到候选覆盖和近似检查的主要成本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✓ 完成 LAET / DARTH / OMEGA 代码与依赖检查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90018-65C2-4F79-BA90-93F0F966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763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95C5C"/>
                </a:solidFill>
                <a:latin typeface="Microsoft YaHei"/>
                <a:ea typeface="Microsoft YaHei"/>
                <a:cs typeface="Microsoft YaHei"/>
              </a:rPr>
              <a:t>仍未解决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01991-6212-4977-A546-5D0DF0CE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52625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✗ adaptive 质量没有超过 fixed1024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✗ adaptive 延迟没有低于 fixed400/1024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✗ 候选生成漏召回无法靠 ndocs 修复</a:t>
            </a:r>
          </a:p>
          <a:p xmlns:a="http://schemas.openxmlformats.org/drawingml/2006/main">
            <a:pPr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✗ 论文级完整复现尚未完成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A77CD-F9DB-4AF6-ABB9-9BEEC07D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0477500" cy="904875"/>
          </a:xfrm>
          <a:prstGeom xmlns:a="http://schemas.openxmlformats.org/drawingml/2006/main" prst="roundRect">
            <a:avLst>
              <a:gd name="adj" fmla="val 18947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C8B3B-7354-43CD-8C65-1A1EF60D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125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研究结论：CPU 化让测量更干净，但当前 adaptive 仍“能跑通、没省时”。下一步优先做更便宜的早期信号和更好的 candidate coverage。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1D4910-D2ED-4F54-8BDD-11F8763C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PLAID · 9/27之后工作进展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366BA-7C0D-4118-AB68-0690EA11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773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48321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2026-10-06T03:50:34.5580000Z</dcterms:created>
  <dcterms:modified xsi:type="dcterms:W3CDTF">2026-10-06T03:50:34.5580000Z</dcterms:modified>
</coreProperties>
</file>